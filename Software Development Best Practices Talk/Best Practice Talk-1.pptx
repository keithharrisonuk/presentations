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</p:sldMasterIdLst>
  <p:notesMasterIdLst>
    <p:notesMasterId r:id="rId18"/>
  </p:notes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37"/>
    <p:sldId id="275" r:id="rId38"/>
    <p:sldId id="276" r:id="rId39"/>
    <p:sldId id="277" r:id="rId40"/>
    <p:sldId id="278" r:id="rId41"/>
  </p:sldIdLst>
  <p:sldSz cx="9144000" cy="5143500"/>
  <p:notesSz cx="7559675" cy="10691813"/>
  <p:embeddedFontLst>
    <p:embeddedFont>
      <p:font typeface="Poppins"/>
      <p:regular r:id="rId42"/>
      <p:bold r:id="rId43"/>
      <p:italic r:id="rId44"/>
      <p:boldItalic r:id="rId45"/>
    </p:embeddedFont>
    <p:embeddedFont>
      <p:font typeface="IBM Plex Mono"/>
      <p:regular r:id="rId46"/>
      <p:bold r:id="rId47"/>
      <p:italic r:id="rId48"/>
      <p:boldItalic r:id="rId49"/>
    </p:embeddedFont>
    <p:embeddedFont>
      <p:font typeface="Consolas"/>
      <p:regular r:id="rId50"/>
      <p:bold r:id="rId51"/>
      <p:italic r:id="rId52"/>
      <p:boldItalic r:id="rId53"/>
    </p:embeddedFont>
    <p:embeddedFont>
      <p:font typeface="Lucida San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slide" Target="slides/slide19.xml"/><Relationship Id="rId38" Type="http://schemas.openxmlformats.org/officeDocument/2006/relationships/slide" Target="slides/slide20.xml"/><Relationship Id="rId39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2" Type="http://schemas.openxmlformats.org/officeDocument/2006/relationships/font" Target="fonts/Font_1_Poppins_Regular.fntdata"/><Relationship Id="rId43" Type="http://schemas.openxmlformats.org/officeDocument/2006/relationships/font" Target="fonts/Font_2_Poppins_Bold.fntdata"/><Relationship Id="rId44" Type="http://schemas.openxmlformats.org/officeDocument/2006/relationships/font" Target="fonts/Font_3_Poppins_Italic.fntdata"/><Relationship Id="rId45" Type="http://schemas.openxmlformats.org/officeDocument/2006/relationships/font" Target="fonts/Font_4_Poppins_BoldItalic.fntdata"/><Relationship Id="rId46" Type="http://schemas.openxmlformats.org/officeDocument/2006/relationships/font" Target="fonts/Font_5_IBM_Plex_Mono_Regular.fntdata"/><Relationship Id="rId47" Type="http://schemas.openxmlformats.org/officeDocument/2006/relationships/font" Target="fonts/Font_6_IBM_Plex_Mono_Bold.fntdata"/><Relationship Id="rId48" Type="http://schemas.openxmlformats.org/officeDocument/2006/relationships/font" Target="fonts/Font_7_IBM_Plex_Mono_Italic.fntdata"/><Relationship Id="rId49" Type="http://schemas.openxmlformats.org/officeDocument/2006/relationships/font" Target="fonts/Font_8_IBM_Plex_Mono_BoldItalic.fntdata"/><Relationship Id="rId50" Type="http://schemas.openxmlformats.org/officeDocument/2006/relationships/font" Target="fonts/Font_9_Consolas_Regular.fntdata"/><Relationship Id="rId51" Type="http://schemas.openxmlformats.org/officeDocument/2006/relationships/font" Target="fonts/Font_10_Consolas_Bold.fntdata"/><Relationship Id="rId52" Type="http://schemas.openxmlformats.org/officeDocument/2006/relationships/font" Target="fonts/Font_11_Consolas_Italic.fntdata"/><Relationship Id="rId53" Type="http://schemas.openxmlformats.org/officeDocument/2006/relationships/font" Target="fonts/Font_12_Consolas_BoldItalic.fntdata"/><Relationship Id="rId5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BA158D0-4191-40A4-96A3-C2821C7D8237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27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October Tech Meetup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Craig Letton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CEO of Hyble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1 Week outage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Additional time dealing with technical debt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Ryan Canning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Ryan Findlay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2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carbon.now.sh/?bg=rgba%28255%2C255%2C255%2C1%29&amp;t=seti&amp;wt=none&amp;l=text%2Fx-csharp&amp;width=800&amp;ds=true&amp;dsyoff=10px&amp;dsblur=9px&amp;wc=true&amp;wa=false&amp;pv=24px&amp;ph=15px&amp;ln=false&amp;fl=1&amp;fm=Hack&amp;fs=17px&amp;lh=140%25&amp;si=false&amp;es=2x&amp;wm=false&amp;code=var%2520ui%2520%253D%2520input.get%28%27id%27%29%250Avar%2520u%2520%253D%2520l%28ui%29%250Avar%2520a%2520%253D%2520DateTime.Now%28%29%2520-%2520u.d%250Ap%28a%29%250A 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2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GB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carbon.now.sh/?bg=rgba%28255%2C255%2C255%2C1%29&amp;t=seti&amp;wt=none&amp;l=text%2Fx-csharp&amp;width=800&amp;ds=true&amp;dsyoff=10px&amp;dsblur=9px&amp;wc=true&amp;wa=false&amp;pv=24px&amp;ph=15px&amp;ln=false&amp;fl=1&amp;fm=Hack&amp;fs=17px&amp;lh=140%25&amp;si=false&amp;es=2x&amp;wm=false&amp;code=var%2520userId%2520%253D%2520input.get%28%2522id%2522%29%250Avar%2520user%2520%253D%2520loadFromDatabase%28userId%29%250Avar%2520age%2520%253D%2520%2520DateTime.Now%28%29%2520-%2520user.dateOfBirth%250AprintAge%28age%29%250A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27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Business perspective?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2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Business perspective?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2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Business perspective?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28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Business perspective?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2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en-GB" sz="1100" b="0" u="none" strike="noStrike" baseline="33000">
                <a:solidFill>
                  <a:srgbClr val="000000"/>
                </a:solidFill>
                <a:effectLst/>
                <a:uFillTx/>
                <a:latin typeface="Arial"/>
              </a:rPr>
              <a:t>nd</a:t>
            </a: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law of thermodynamics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Bran Cox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Put in effort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Refactoring board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2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Glasgow Software Development Best Practice Meetup –  GlaSoDeBePraMe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https://www.linkedin.com/groups/16095186/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https://luma.com/wh9kn7b1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- 21st January, 6:30pm - 8:30pm https://www.thegamerclub.co.uk/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29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en-GB" sz="1100" b="0" u="none" strike="noStrike" baseline="33000">
                <a:solidFill>
                  <a:srgbClr val="000000"/>
                </a:solidFill>
                <a:effectLst/>
                <a:uFillTx/>
                <a:latin typeface="Arial"/>
              </a:rPr>
              <a:t>nd</a:t>
            </a: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law of thermodynamics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Bran Cox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Put in effort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Refactoring board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29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Glasgow Software Development Best Practice Meetup –  GlaSoDeBePraMe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https://www.linkedin.com/groups/16095186/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https://luma.com/wh9kn7b1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- 21st January, 6:30pm - 8:30pm https://www.thegamerclub.co.uk/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2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Glasgow Software Development Best Practice Meetup –  GlaSoDeBePraMe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https://www.linkedin.com/groups/16095186/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https://luma.com/wh9kn7b1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- 21st January, 6:30pm - 8:30pm https://www.thegamerclub.co.uk/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720000" y="2079360"/>
            <a:ext cx="5597640" cy="8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_AND_TWO_COLUMN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ONE_COLUMN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USTOM_10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CUSTOM_10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USTOM_10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_AND_TWO_COLUMN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TITLE_AND_TWO_COLUMN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-3255120" y="-2760840"/>
            <a:ext cx="10039680" cy="6731280"/>
            <a:chOff x="-3255120" y="-2760840"/>
            <a:chExt cx="10039680" cy="6731280"/>
          </a:xfrm>
        </p:grpSpPr>
        <p:grpSp>
          <p:nvGrpSpPr>
            <p:cNvPr id="3" name="Google Shape;10;p2"/>
            <p:cNvGrpSpPr/>
            <p:nvPr/>
          </p:nvGrpSpPr>
          <p:grpSpPr>
            <a:xfrm>
              <a:off x="-3255120" y="-2760840"/>
              <a:ext cx="6563880" cy="6731280"/>
              <a:chOff x="-3255120" y="-2760840"/>
              <a:chExt cx="6563880" cy="6731280"/>
            </a:xfrm>
          </p:grpSpPr>
          <p:sp>
            <p:nvSpPr>
              <p:cNvPr id="4" name="Google Shape;11;p2"/>
              <p:cNvSpPr/>
              <p:nvPr/>
            </p:nvSpPr>
            <p:spPr>
              <a:xfrm rot="10221600">
                <a:off x="-1132920" y="-721440"/>
                <a:ext cx="3045240" cy="2637000"/>
              </a:xfrm>
              <a:custGeom>
                <a:avLst/>
                <a:gdLst>
                  <a:gd name="textAreaLeft" fmla="*/ 0 w 3045240"/>
                  <a:gd name="textAreaRight" fmla="*/ 3045600 w 3045240"/>
                  <a:gd name="textAreaTop" fmla="*/ 0 h 2637000"/>
                  <a:gd name="textAreaBottom" fmla="*/ 2637360 h 26370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0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5" name="Google Shape;12;p2"/>
              <p:cNvPicPr/>
              <p:nvPr/>
            </p:nvPicPr>
            <p:blipFill>
              <a:blip r:embed="rId2"/>
              <a:stretch/>
            </p:blipFill>
            <p:spPr>
              <a:xfrm rot="13821600">
                <a:off x="-2650680" y="-1438560"/>
                <a:ext cx="5355360" cy="40870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6" name="Google Shape;13;p2"/>
            <p:cNvSpPr/>
            <p:nvPr/>
          </p:nvSpPr>
          <p:spPr>
            <a:xfrm>
              <a:off x="-441720" y="-33984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Google Shape;14;p2"/>
            <p:cNvSpPr/>
            <p:nvPr/>
          </p:nvSpPr>
          <p:spPr>
            <a:xfrm rot="2700000">
              <a:off x="765720" y="-237348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>
              <a:off x="-353880" y="-534240"/>
              <a:ext cx="7138440" cy="819000"/>
            </a:xfrm>
            <a:custGeom>
              <a:avLst/>
              <a:gdLst>
                <a:gd name="textAreaLeft" fmla="*/ 0 w 7138440"/>
                <a:gd name="textAreaRight" fmla="*/ 7138800 w 7138440"/>
                <a:gd name="textAreaTop" fmla="*/ 0 h 819000"/>
                <a:gd name="textAreaBottom" fmla="*/ 819360 h 819000"/>
              </a:gdLst>
              <a:ahLst/>
              <a:cxnLst/>
              <a:rect l="textAreaLeft" t="textAreaTop" r="textAreaRight" b="textAreaBottom"/>
              <a:pathLst>
                <a:path w="285545" h="32774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360">
              <a:solidFill>
                <a:schemeClr val="dk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 rot="5400000">
              <a:off x="958680" y="-1418760"/>
              <a:ext cx="577080" cy="3045240"/>
            </a:xfrm>
            <a:custGeom>
              <a:avLst/>
              <a:gdLst>
                <a:gd name="textAreaLeft" fmla="*/ 0 w 577080"/>
                <a:gd name="textAreaRight" fmla="*/ 577440 w 577080"/>
                <a:gd name="textAreaTop" fmla="*/ 0 h 3045240"/>
                <a:gd name="textAreaBottom" fmla="*/ 3045600 h 3045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 rot="5400000">
              <a:off x="502200" y="-954360"/>
              <a:ext cx="686880" cy="2730960"/>
            </a:xfrm>
            <a:custGeom>
              <a:avLst/>
              <a:gdLst>
                <a:gd name="textAreaLeft" fmla="*/ 0 w 686880"/>
                <a:gd name="textAreaRight" fmla="*/ 687240 w 686880"/>
                <a:gd name="textAreaTop" fmla="*/ 0 h 2730960"/>
                <a:gd name="textAreaBottom" fmla="*/ 2731320 h 2730960"/>
              </a:gdLst>
              <a:ahLst/>
              <a:cxnLst/>
              <a:rect l="textAreaLeft" t="textAreaTop" r="textAreaRight" b="textAreaBottom"/>
              <a:pathLst>
                <a:path w="16760" h="4318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" name="Google Shape;18;p2"/>
            <p:cNvGrpSpPr/>
            <p:nvPr/>
          </p:nvGrpSpPr>
          <p:grpSpPr>
            <a:xfrm>
              <a:off x="4286880" y="218160"/>
              <a:ext cx="133560" cy="133560"/>
              <a:chOff x="4286880" y="218160"/>
              <a:chExt cx="133560" cy="133560"/>
            </a:xfrm>
          </p:grpSpPr>
          <p:sp>
            <p:nvSpPr>
              <p:cNvPr id="12" name="Google Shape;19;p2"/>
              <p:cNvSpPr/>
              <p:nvPr/>
            </p:nvSpPr>
            <p:spPr>
              <a:xfrm flipH="1">
                <a:off x="4286520" y="21816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F1FF"/>
                  </a:gs>
                  <a:gs pos="100000">
                    <a:srgbClr val="E2FBFF"/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6960" bIns="669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Google Shape;20;p2"/>
              <p:cNvSpPr/>
              <p:nvPr/>
            </p:nvSpPr>
            <p:spPr>
              <a:xfrm flipH="1">
                <a:off x="4321440" y="24876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F1FF"/>
                  </a:gs>
                  <a:gs pos="100000">
                    <a:srgbClr val="E2FBFF"/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360" bIns="363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" name="Google Shape;21;p2"/>
            <p:cNvGrpSpPr/>
            <p:nvPr/>
          </p:nvGrpSpPr>
          <p:grpSpPr>
            <a:xfrm>
              <a:off x="1213560" y="521640"/>
              <a:ext cx="133560" cy="133560"/>
              <a:chOff x="1213560" y="521640"/>
              <a:chExt cx="133560" cy="133560"/>
            </a:xfrm>
          </p:grpSpPr>
          <p:sp>
            <p:nvSpPr>
              <p:cNvPr id="15" name="Google Shape;22;p2"/>
              <p:cNvSpPr/>
              <p:nvPr/>
            </p:nvSpPr>
            <p:spPr>
              <a:xfrm flipH="1">
                <a:off x="1213200" y="5216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F1FF"/>
                  </a:gs>
                  <a:gs pos="100000">
                    <a:srgbClr val="E2FBFF"/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6960" bIns="669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" name="Google Shape;23;p2"/>
              <p:cNvSpPr/>
              <p:nvPr/>
            </p:nvSpPr>
            <p:spPr>
              <a:xfrm flipH="1">
                <a:off x="1248120" y="55188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F1FF"/>
                  </a:gs>
                  <a:gs pos="100000">
                    <a:srgbClr val="E2FBFF"/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360" bIns="363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7" name="Google Shape;24;p2"/>
            <p:cNvGrpSpPr/>
            <p:nvPr/>
          </p:nvGrpSpPr>
          <p:grpSpPr>
            <a:xfrm>
              <a:off x="927000" y="784440"/>
              <a:ext cx="133560" cy="133560"/>
              <a:chOff x="927000" y="784440"/>
              <a:chExt cx="133560" cy="133560"/>
            </a:xfrm>
          </p:grpSpPr>
          <p:sp>
            <p:nvSpPr>
              <p:cNvPr id="18" name="Google Shape;25;p2"/>
              <p:cNvSpPr/>
              <p:nvPr/>
            </p:nvSpPr>
            <p:spPr>
              <a:xfrm flipH="1">
                <a:off x="926640" y="7844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F1FF"/>
                  </a:gs>
                  <a:gs pos="100000">
                    <a:srgbClr val="E2FBFF"/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6960" bIns="669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Google Shape;26;p2"/>
              <p:cNvSpPr/>
              <p:nvPr/>
            </p:nvSpPr>
            <p:spPr>
              <a:xfrm flipH="1">
                <a:off x="961200" y="81504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F1FF"/>
                  </a:gs>
                  <a:gs pos="100000">
                    <a:srgbClr val="E2FBFF"/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360" bIns="363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0" name="Google Shape;27;p2"/>
            <p:cNvGrpSpPr/>
            <p:nvPr/>
          </p:nvGrpSpPr>
          <p:grpSpPr>
            <a:xfrm>
              <a:off x="117720" y="784440"/>
              <a:ext cx="133560" cy="133560"/>
              <a:chOff x="117720" y="784440"/>
              <a:chExt cx="133560" cy="133560"/>
            </a:xfrm>
          </p:grpSpPr>
          <p:sp>
            <p:nvSpPr>
              <p:cNvPr id="21" name="Google Shape;28;p2"/>
              <p:cNvSpPr/>
              <p:nvPr/>
            </p:nvSpPr>
            <p:spPr>
              <a:xfrm flipH="1">
                <a:off x="117360" y="7844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F1FF"/>
                  </a:gs>
                  <a:gs pos="100000">
                    <a:srgbClr val="E2FBFF"/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6960" bIns="669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" name="Google Shape;29;p2"/>
              <p:cNvSpPr/>
              <p:nvPr/>
            </p:nvSpPr>
            <p:spPr>
              <a:xfrm flipH="1">
                <a:off x="152280" y="81504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F1FF"/>
                  </a:gs>
                  <a:gs pos="100000">
                    <a:srgbClr val="E2FBFF"/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360" bIns="363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" name="Google Shape;30;p2"/>
            <p:cNvGrpSpPr/>
            <p:nvPr/>
          </p:nvGrpSpPr>
          <p:grpSpPr>
            <a:xfrm>
              <a:off x="117720" y="467640"/>
              <a:ext cx="133560" cy="133560"/>
              <a:chOff x="117720" y="467640"/>
              <a:chExt cx="133560" cy="133560"/>
            </a:xfrm>
          </p:grpSpPr>
          <p:sp>
            <p:nvSpPr>
              <p:cNvPr id="24" name="Google Shape;31;p2"/>
              <p:cNvSpPr/>
              <p:nvPr/>
            </p:nvSpPr>
            <p:spPr>
              <a:xfrm flipH="1">
                <a:off x="117360" y="4676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F1FF"/>
                  </a:gs>
                  <a:gs pos="100000">
                    <a:srgbClr val="E2FBFF"/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6960" bIns="669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" name="Google Shape;32;p2"/>
              <p:cNvSpPr/>
              <p:nvPr/>
            </p:nvSpPr>
            <p:spPr>
              <a:xfrm flipH="1">
                <a:off x="152280" y="49824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F1FF"/>
                  </a:gs>
                  <a:gs pos="100000">
                    <a:srgbClr val="E2FBFF"/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360" bIns="363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6" name="Google Shape;33;p2"/>
          <p:cNvGrpSpPr/>
          <p:nvPr/>
        </p:nvGrpSpPr>
        <p:grpSpPr>
          <a:xfrm>
            <a:off x="6385680" y="3039840"/>
            <a:ext cx="3920040" cy="3213360"/>
            <a:chOff x="6385680" y="3039840"/>
            <a:chExt cx="3920040" cy="3213360"/>
          </a:xfrm>
        </p:grpSpPr>
        <p:pic>
          <p:nvPicPr>
            <p:cNvPr id="27" name="Google Shape;34;p2"/>
            <p:cNvPicPr/>
            <p:nvPr/>
          </p:nvPicPr>
          <p:blipFill>
            <a:blip r:embed="rId3"/>
            <a:stretch/>
          </p:blipFill>
          <p:spPr>
            <a:xfrm>
              <a:off x="6385680" y="3261240"/>
              <a:ext cx="3920040" cy="2991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8" name="Google Shape;35;p2"/>
            <p:cNvSpPr/>
            <p:nvPr/>
          </p:nvSpPr>
          <p:spPr>
            <a:xfrm rot="10800000">
              <a:off x="7612200" y="313812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D6CAED"/>
                </a:gs>
                <a:gs pos="40000">
                  <a:srgbClr val="E1D7F3">
                    <a:alpha val="41000"/>
                  </a:srgbClr>
                </a:gs>
                <a:gs pos="100000">
                  <a:srgbClr val="EFE8FA">
                    <a:alpha val="0"/>
                  </a:srgbClr>
                </a:gs>
              </a:gsLst>
              <a:lin ang="162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Google Shape;36;p2"/>
            <p:cNvSpPr/>
            <p:nvPr/>
          </p:nvSpPr>
          <p:spPr>
            <a:xfrm rot="10800000">
              <a:off x="7771320" y="31388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D6CAED"/>
                </a:gs>
                <a:gs pos="40000">
                  <a:srgbClr val="E1D7F3">
                    <a:alpha val="41000"/>
                  </a:srgbClr>
                </a:gs>
                <a:gs pos="100000">
                  <a:srgbClr val="EFE8FA">
                    <a:alpha val="0"/>
                  </a:srgbClr>
                </a:gs>
              </a:gsLst>
              <a:lin ang="162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0" name="Google Shape;37;p2"/>
            <p:cNvGrpSpPr/>
            <p:nvPr/>
          </p:nvGrpSpPr>
          <p:grpSpPr>
            <a:xfrm>
              <a:off x="7356600" y="3916440"/>
              <a:ext cx="581760" cy="582120"/>
              <a:chOff x="7356600" y="3916440"/>
              <a:chExt cx="581760" cy="582120"/>
            </a:xfrm>
          </p:grpSpPr>
          <p:sp>
            <p:nvSpPr>
              <p:cNvPr id="31" name="Google Shape;38;p2"/>
              <p:cNvSpPr/>
              <p:nvPr/>
            </p:nvSpPr>
            <p:spPr>
              <a:xfrm>
                <a:off x="7356600" y="437544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Google Shape;39;p2"/>
              <p:cNvSpPr/>
              <p:nvPr/>
            </p:nvSpPr>
            <p:spPr>
              <a:xfrm>
                <a:off x="7432920" y="429876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920" bIns="6192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" name="Google Shape;40;p2"/>
              <p:cNvSpPr/>
              <p:nvPr/>
            </p:nvSpPr>
            <p:spPr>
              <a:xfrm>
                <a:off x="7509240" y="422244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" name="Google Shape;41;p2"/>
              <p:cNvSpPr/>
              <p:nvPr/>
            </p:nvSpPr>
            <p:spPr>
              <a:xfrm>
                <a:off x="7585560" y="414612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" name="Google Shape;42;p2"/>
              <p:cNvSpPr/>
              <p:nvPr/>
            </p:nvSpPr>
            <p:spPr>
              <a:xfrm>
                <a:off x="7662600" y="406980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" name="Google Shape;43;p2"/>
              <p:cNvSpPr/>
              <p:nvPr/>
            </p:nvSpPr>
            <p:spPr>
              <a:xfrm>
                <a:off x="7738560" y="399312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Google Shape;44;p2"/>
              <p:cNvSpPr/>
              <p:nvPr/>
            </p:nvSpPr>
            <p:spPr>
              <a:xfrm>
                <a:off x="7815240" y="391644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920" bIns="6192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8" name="Google Shape;45;p2"/>
            <p:cNvSpPr/>
            <p:nvPr/>
          </p:nvSpPr>
          <p:spPr>
            <a:xfrm>
              <a:off x="8506800" y="3039840"/>
              <a:ext cx="480600" cy="475560"/>
            </a:xfrm>
            <a:custGeom>
              <a:avLst/>
              <a:gdLst>
                <a:gd name="textAreaLeft" fmla="*/ 0 w 480600"/>
                <a:gd name="textAreaRight" fmla="*/ 480960 w 480600"/>
                <a:gd name="textAreaTop" fmla="*/ 0 h 475560"/>
                <a:gd name="textAreaBottom" fmla="*/ 475920 h 47556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" name="Google Shape;46;p2"/>
            <p:cNvGrpSpPr/>
            <p:nvPr/>
          </p:nvGrpSpPr>
          <p:grpSpPr>
            <a:xfrm>
              <a:off x="8413920" y="3689280"/>
              <a:ext cx="699840" cy="1650600"/>
              <a:chOff x="8413920" y="3689280"/>
              <a:chExt cx="699840" cy="1650600"/>
            </a:xfrm>
          </p:grpSpPr>
          <p:sp>
            <p:nvSpPr>
              <p:cNvPr id="40" name="Google Shape;47;p2"/>
              <p:cNvSpPr/>
              <p:nvPr/>
            </p:nvSpPr>
            <p:spPr>
              <a:xfrm>
                <a:off x="8413920" y="368928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Google Shape;48;p2"/>
              <p:cNvSpPr/>
              <p:nvPr/>
            </p:nvSpPr>
            <p:spPr>
              <a:xfrm>
                <a:off x="8774640" y="411336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Google Shape;49;p2"/>
              <p:cNvSpPr/>
              <p:nvPr/>
            </p:nvSpPr>
            <p:spPr>
              <a:xfrm>
                <a:off x="8867160" y="402048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3" name="Google Shape;50;p2"/>
            <p:cNvGrpSpPr/>
            <p:nvPr/>
          </p:nvGrpSpPr>
          <p:grpSpPr>
            <a:xfrm>
              <a:off x="8021520" y="4498560"/>
              <a:ext cx="904320" cy="725760"/>
              <a:chOff x="8021520" y="4498560"/>
              <a:chExt cx="904320" cy="725760"/>
            </a:xfrm>
          </p:grpSpPr>
          <p:sp>
            <p:nvSpPr>
              <p:cNvPr id="44" name="Google Shape;51;p2"/>
              <p:cNvSpPr/>
              <p:nvPr/>
            </p:nvSpPr>
            <p:spPr>
              <a:xfrm>
                <a:off x="8253000" y="464184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Google Shape;52;p2"/>
              <p:cNvSpPr/>
              <p:nvPr/>
            </p:nvSpPr>
            <p:spPr>
              <a:xfrm>
                <a:off x="8240400" y="44985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" name="Google Shape;53;p2"/>
              <p:cNvSpPr/>
              <p:nvPr/>
            </p:nvSpPr>
            <p:spPr>
              <a:xfrm>
                <a:off x="8021520" y="46418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096920" y="816480"/>
            <a:ext cx="6974280" cy="232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8" name="Google Shape;56;p2"/>
          <p:cNvGrpSpPr/>
          <p:nvPr/>
        </p:nvGrpSpPr>
        <p:grpSpPr>
          <a:xfrm>
            <a:off x="-309600" y="3618000"/>
            <a:ext cx="1447920" cy="2238120"/>
            <a:chOff x="-309600" y="3618000"/>
            <a:chExt cx="1447920" cy="2238120"/>
          </a:xfrm>
        </p:grpSpPr>
        <p:grpSp>
          <p:nvGrpSpPr>
            <p:cNvPr id="49" name="Google Shape;57;p2"/>
            <p:cNvGrpSpPr/>
            <p:nvPr/>
          </p:nvGrpSpPr>
          <p:grpSpPr>
            <a:xfrm>
              <a:off x="-276480" y="3870720"/>
              <a:ext cx="981360" cy="1985400"/>
              <a:chOff x="-276480" y="3870720"/>
              <a:chExt cx="981360" cy="1985400"/>
            </a:xfrm>
          </p:grpSpPr>
          <p:sp>
            <p:nvSpPr>
              <p:cNvPr id="50" name="Google Shape;58;p2"/>
              <p:cNvSpPr/>
              <p:nvPr/>
            </p:nvSpPr>
            <p:spPr>
              <a:xfrm rot="10800000">
                <a:off x="-276120" y="387072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" name="Google Shape;59;p2"/>
              <p:cNvSpPr/>
              <p:nvPr/>
            </p:nvSpPr>
            <p:spPr>
              <a:xfrm rot="10800000">
                <a:off x="-138960" y="387108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2" name="Google Shape;60;p2"/>
            <p:cNvGrpSpPr/>
            <p:nvPr/>
          </p:nvGrpSpPr>
          <p:grpSpPr>
            <a:xfrm>
              <a:off x="363240" y="4906800"/>
              <a:ext cx="699120" cy="478080"/>
              <a:chOff x="363240" y="4906800"/>
              <a:chExt cx="699120" cy="478080"/>
            </a:xfrm>
          </p:grpSpPr>
          <p:grpSp>
            <p:nvGrpSpPr>
              <p:cNvPr id="53" name="Google Shape;61;p2"/>
              <p:cNvGrpSpPr/>
              <p:nvPr/>
            </p:nvGrpSpPr>
            <p:grpSpPr>
              <a:xfrm>
                <a:off x="363240" y="4906800"/>
                <a:ext cx="478080" cy="478080"/>
                <a:chOff x="363240" y="4906800"/>
                <a:chExt cx="478080" cy="478080"/>
              </a:xfrm>
            </p:grpSpPr>
            <p:sp>
              <p:nvSpPr>
                <p:cNvPr id="54" name="Google Shape;62;p2"/>
                <p:cNvSpPr/>
                <p:nvPr/>
              </p:nvSpPr>
              <p:spPr>
                <a:xfrm rot="2700000">
                  <a:off x="429480" y="498024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55" name="Google Shape;63;p2"/>
                <p:cNvGrpSpPr/>
                <p:nvPr/>
              </p:nvGrpSpPr>
              <p:grpSpPr>
                <a:xfrm>
                  <a:off x="408240" y="5007600"/>
                  <a:ext cx="387360" cy="223200"/>
                  <a:chOff x="408240" y="5007600"/>
                  <a:chExt cx="387360" cy="223200"/>
                </a:xfrm>
              </p:grpSpPr>
              <p:sp>
                <p:nvSpPr>
                  <p:cNvPr id="56" name="Google Shape;64;p2"/>
                  <p:cNvSpPr/>
                  <p:nvPr/>
                </p:nvSpPr>
                <p:spPr>
                  <a:xfrm rot="2700000">
                    <a:off x="441000" y="5040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7" name="Google Shape;65;p2"/>
                  <p:cNvSpPr/>
                  <p:nvPr/>
                </p:nvSpPr>
                <p:spPr>
                  <a:xfrm rot="2700000">
                    <a:off x="482040" y="5040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8" name="Google Shape;66;p2"/>
                  <p:cNvSpPr/>
                  <p:nvPr/>
                </p:nvSpPr>
                <p:spPr>
                  <a:xfrm rot="2700000">
                    <a:off x="523080" y="5040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9" name="Google Shape;67;p2"/>
                  <p:cNvSpPr/>
                  <p:nvPr/>
                </p:nvSpPr>
                <p:spPr>
                  <a:xfrm rot="2700000">
                    <a:off x="564120" y="5040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60" name="Google Shape;68;p2"/>
                  <p:cNvSpPr/>
                  <p:nvPr/>
                </p:nvSpPr>
                <p:spPr>
                  <a:xfrm rot="2700000">
                    <a:off x="605160" y="5040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sp>
            <p:nvSpPr>
              <p:cNvPr id="61" name="Google Shape;69;p2"/>
              <p:cNvSpPr/>
              <p:nvPr/>
            </p:nvSpPr>
            <p:spPr>
              <a:xfrm rot="18900000">
                <a:off x="694440" y="498600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2" name="Google Shape;70;p2"/>
            <p:cNvGrpSpPr/>
            <p:nvPr/>
          </p:nvGrpSpPr>
          <p:grpSpPr>
            <a:xfrm>
              <a:off x="-309600" y="3618000"/>
              <a:ext cx="1047240" cy="1350720"/>
              <a:chOff x="-309600" y="3618000"/>
              <a:chExt cx="1047240" cy="1350720"/>
            </a:xfrm>
          </p:grpSpPr>
          <p:sp>
            <p:nvSpPr>
              <p:cNvPr id="63" name="Google Shape;71;p2"/>
              <p:cNvSpPr/>
              <p:nvPr/>
            </p:nvSpPr>
            <p:spPr>
              <a:xfrm rot="13500000">
                <a:off x="37080" y="427140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" name="Google Shape;72;p2"/>
              <p:cNvSpPr/>
              <p:nvPr/>
            </p:nvSpPr>
            <p:spPr>
              <a:xfrm rot="13500000">
                <a:off x="-38880" y="40870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Google Shape;73;p2"/>
              <p:cNvSpPr/>
              <p:nvPr/>
            </p:nvSpPr>
            <p:spPr>
              <a:xfrm rot="13500000">
                <a:off x="-115200" y="39232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" name="Google Shape;74;p2"/>
              <p:cNvSpPr/>
              <p:nvPr/>
            </p:nvSpPr>
            <p:spPr>
              <a:xfrm rot="13500000">
                <a:off x="-191160" y="373896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7" name="Google Shape;75;p2"/>
            <p:cNvGrpSpPr/>
            <p:nvPr/>
          </p:nvGrpSpPr>
          <p:grpSpPr>
            <a:xfrm>
              <a:off x="439200" y="4567320"/>
              <a:ext cx="699120" cy="478080"/>
              <a:chOff x="439200" y="4567320"/>
              <a:chExt cx="699120" cy="478080"/>
            </a:xfrm>
          </p:grpSpPr>
          <p:grpSp>
            <p:nvGrpSpPr>
              <p:cNvPr id="68" name="Google Shape;76;p2"/>
              <p:cNvGrpSpPr/>
              <p:nvPr/>
            </p:nvGrpSpPr>
            <p:grpSpPr>
              <a:xfrm>
                <a:off x="439200" y="4567320"/>
                <a:ext cx="478080" cy="478080"/>
                <a:chOff x="439200" y="4567320"/>
                <a:chExt cx="478080" cy="478080"/>
              </a:xfrm>
            </p:grpSpPr>
            <p:sp>
              <p:nvSpPr>
                <p:cNvPr id="69" name="Google Shape;77;p2"/>
                <p:cNvSpPr/>
                <p:nvPr/>
              </p:nvSpPr>
              <p:spPr>
                <a:xfrm rot="2700000">
                  <a:off x="505440" y="464076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70" name="Google Shape;78;p2"/>
                <p:cNvGrpSpPr/>
                <p:nvPr/>
              </p:nvGrpSpPr>
              <p:grpSpPr>
                <a:xfrm>
                  <a:off x="483840" y="4668120"/>
                  <a:ext cx="387360" cy="223200"/>
                  <a:chOff x="483840" y="4668120"/>
                  <a:chExt cx="387360" cy="223200"/>
                </a:xfrm>
              </p:grpSpPr>
              <p:sp>
                <p:nvSpPr>
                  <p:cNvPr id="71" name="Google Shape;79;p2"/>
                  <p:cNvSpPr/>
                  <p:nvPr/>
                </p:nvSpPr>
                <p:spPr>
                  <a:xfrm rot="2700000">
                    <a:off x="516600" y="47005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72" name="Google Shape;80;p2"/>
                  <p:cNvSpPr/>
                  <p:nvPr/>
                </p:nvSpPr>
                <p:spPr>
                  <a:xfrm rot="2700000">
                    <a:off x="557640" y="47008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73" name="Google Shape;81;p2"/>
                  <p:cNvSpPr/>
                  <p:nvPr/>
                </p:nvSpPr>
                <p:spPr>
                  <a:xfrm rot="2700000">
                    <a:off x="599040" y="47005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74" name="Google Shape;82;p2"/>
                  <p:cNvSpPr/>
                  <p:nvPr/>
                </p:nvSpPr>
                <p:spPr>
                  <a:xfrm rot="2700000">
                    <a:off x="639720" y="47005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75" name="Google Shape;83;p2"/>
                  <p:cNvSpPr/>
                  <p:nvPr/>
                </p:nvSpPr>
                <p:spPr>
                  <a:xfrm rot="2700000">
                    <a:off x="680760" y="47008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sp>
            <p:nvSpPr>
              <p:cNvPr id="76" name="Google Shape;84;p2"/>
              <p:cNvSpPr/>
              <p:nvPr/>
            </p:nvSpPr>
            <p:spPr>
              <a:xfrm rot="18900000">
                <a:off x="770400" y="464652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7" name="Google Shape;85;p2"/>
            <p:cNvGrpSpPr/>
            <p:nvPr/>
          </p:nvGrpSpPr>
          <p:grpSpPr>
            <a:xfrm>
              <a:off x="-64800" y="4623840"/>
              <a:ext cx="698760" cy="478080"/>
              <a:chOff x="-64800" y="4623840"/>
              <a:chExt cx="698760" cy="478080"/>
            </a:xfrm>
          </p:grpSpPr>
          <p:grpSp>
            <p:nvGrpSpPr>
              <p:cNvPr id="78" name="Google Shape;86;p2"/>
              <p:cNvGrpSpPr/>
              <p:nvPr/>
            </p:nvGrpSpPr>
            <p:grpSpPr>
              <a:xfrm>
                <a:off x="-64800" y="4623840"/>
                <a:ext cx="478080" cy="478080"/>
                <a:chOff x="-64800" y="4623840"/>
                <a:chExt cx="478080" cy="478080"/>
              </a:xfrm>
            </p:grpSpPr>
            <p:sp>
              <p:nvSpPr>
                <p:cNvPr id="79" name="Google Shape;87;p2"/>
                <p:cNvSpPr/>
                <p:nvPr/>
              </p:nvSpPr>
              <p:spPr>
                <a:xfrm rot="2700000">
                  <a:off x="1440" y="469728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80" name="Google Shape;88;p2"/>
                <p:cNvGrpSpPr/>
                <p:nvPr/>
              </p:nvGrpSpPr>
              <p:grpSpPr>
                <a:xfrm>
                  <a:off x="-20160" y="4724640"/>
                  <a:ext cx="387360" cy="223200"/>
                  <a:chOff x="-20160" y="4724640"/>
                  <a:chExt cx="387360" cy="223200"/>
                </a:xfrm>
              </p:grpSpPr>
              <p:sp>
                <p:nvSpPr>
                  <p:cNvPr id="81" name="Google Shape;89;p2"/>
                  <p:cNvSpPr/>
                  <p:nvPr/>
                </p:nvSpPr>
                <p:spPr>
                  <a:xfrm rot="2700000">
                    <a:off x="12240" y="475704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82" name="Google Shape;90;p2"/>
                  <p:cNvSpPr/>
                  <p:nvPr/>
                </p:nvSpPr>
                <p:spPr>
                  <a:xfrm rot="2700000">
                    <a:off x="53280" y="47574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83" name="Google Shape;91;p2"/>
                  <p:cNvSpPr/>
                  <p:nvPr/>
                </p:nvSpPr>
                <p:spPr>
                  <a:xfrm rot="2700000">
                    <a:off x="94320" y="475704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84" name="Google Shape;92;p2"/>
                  <p:cNvSpPr/>
                  <p:nvPr/>
                </p:nvSpPr>
                <p:spPr>
                  <a:xfrm rot="2700000">
                    <a:off x="135360" y="475704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85" name="Google Shape;93;p2"/>
                  <p:cNvSpPr/>
                  <p:nvPr/>
                </p:nvSpPr>
                <p:spPr>
                  <a:xfrm rot="2700000">
                    <a:off x="176400" y="47574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sp>
            <p:nvSpPr>
              <p:cNvPr id="86" name="Google Shape;94;p2"/>
              <p:cNvSpPr/>
              <p:nvPr/>
            </p:nvSpPr>
            <p:spPr>
              <a:xfrm rot="18900000">
                <a:off x="266040" y="470304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title"/>
          </p:nvPr>
        </p:nvSpPr>
        <p:spPr>
          <a:xfrm>
            <a:off x="720000" y="1344600"/>
            <a:ext cx="10573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115000"/>
              </a:lnSpc>
              <a:buNone/>
              <a:defRPr lang="en-GB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defRPr>
            </a:lvl1pPr>
          </a:lstStyle>
          <a:p>
            <a:pPr indent="0" algn="l">
              <a:lnSpc>
                <a:spcPct val="115000"/>
              </a:lnSpc>
              <a:buNone/>
            </a:pPr>
            <a:r>
              <a:rPr lang="en-GB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title"/>
          </p:nvPr>
        </p:nvSpPr>
        <p:spPr>
          <a:xfrm>
            <a:off x="720000" y="3040920"/>
            <a:ext cx="10573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115000"/>
              </a:lnSpc>
              <a:buNone/>
              <a:defRPr lang="en-GB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defRPr>
            </a:lvl1pPr>
          </a:lstStyle>
          <a:p>
            <a:pPr indent="0" algn="l">
              <a:lnSpc>
                <a:spcPct val="115000"/>
              </a:lnSpc>
              <a:buNone/>
            </a:pPr>
            <a:r>
              <a:rPr lang="en-GB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title"/>
          </p:nvPr>
        </p:nvSpPr>
        <p:spPr>
          <a:xfrm>
            <a:off x="4366800" y="1344600"/>
            <a:ext cx="10573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115000"/>
              </a:lnSpc>
              <a:buNone/>
              <a:defRPr lang="en-GB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defRPr>
            </a:lvl1pPr>
          </a:lstStyle>
          <a:p>
            <a:pPr indent="0" algn="l">
              <a:lnSpc>
                <a:spcPct val="115000"/>
              </a:lnSpc>
              <a:buNone/>
            </a:pPr>
            <a:r>
              <a:rPr lang="en-GB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title"/>
          </p:nvPr>
        </p:nvSpPr>
        <p:spPr>
          <a:xfrm>
            <a:off x="4366800" y="3040920"/>
            <a:ext cx="10573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115000"/>
              </a:lnSpc>
              <a:buNone/>
              <a:defRPr lang="en-GB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defRPr>
            </a:lvl1pPr>
          </a:lstStyle>
          <a:p>
            <a:pPr indent="0" algn="l">
              <a:lnSpc>
                <a:spcPct val="115000"/>
              </a:lnSpc>
              <a:buNone/>
            </a:pPr>
            <a:r>
              <a:rPr lang="en-GB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5" name="Google Shape;508;p13"/>
          <p:cNvGrpSpPr/>
          <p:nvPr/>
        </p:nvGrpSpPr>
        <p:grpSpPr>
          <a:xfrm>
            <a:off x="-693000" y="2711880"/>
            <a:ext cx="1981440" cy="3308400"/>
            <a:chOff x="-693000" y="2711880"/>
            <a:chExt cx="1981440" cy="3308400"/>
          </a:xfrm>
        </p:grpSpPr>
        <p:sp>
          <p:nvSpPr>
            <p:cNvPr id="96" name="Google Shape;509;p13"/>
            <p:cNvSpPr/>
            <p:nvPr/>
          </p:nvSpPr>
          <p:spPr>
            <a:xfrm flipH="1">
              <a:off x="-504720" y="4279320"/>
              <a:ext cx="1139040" cy="986400"/>
            </a:xfrm>
            <a:custGeom>
              <a:avLst/>
              <a:gdLst>
                <a:gd name="textAreaLeft" fmla="*/ 360 w 1139040"/>
                <a:gd name="textAreaRight" fmla="*/ 1139760 w 1139040"/>
                <a:gd name="textAreaTop" fmla="*/ 0 h 986400"/>
                <a:gd name="textAreaBottom" fmla="*/ 986760 h 986400"/>
              </a:gdLst>
              <a:ahLst/>
              <a:cxnLst/>
              <a:rect l="textAreaLeft" t="textAreaTop" r="textAreaRight" b="textAreaBottom"/>
              <a:pathLst>
                <a:path w="51285" h="44413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 rotWithShape="0">
              <a:gsLst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80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7" name="Google Shape;510;p13"/>
            <p:cNvGrpSpPr/>
            <p:nvPr/>
          </p:nvGrpSpPr>
          <p:grpSpPr>
            <a:xfrm>
              <a:off x="171000" y="4682160"/>
              <a:ext cx="327960" cy="328320"/>
              <a:chOff x="171000" y="4682160"/>
              <a:chExt cx="327960" cy="328320"/>
            </a:xfrm>
          </p:grpSpPr>
          <p:sp>
            <p:nvSpPr>
              <p:cNvPr id="98" name="Google Shape;511;p13"/>
              <p:cNvSpPr/>
              <p:nvPr/>
            </p:nvSpPr>
            <p:spPr>
              <a:xfrm>
                <a:off x="171000" y="468216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960" bIns="579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Google Shape;512;p13"/>
              <p:cNvSpPr/>
              <p:nvPr/>
            </p:nvSpPr>
            <p:spPr>
              <a:xfrm>
                <a:off x="206280" y="471780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960" bIns="579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Google Shape;513;p13"/>
              <p:cNvSpPr/>
              <p:nvPr/>
            </p:nvSpPr>
            <p:spPr>
              <a:xfrm>
                <a:off x="241920" y="475308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960" bIns="579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Google Shape;514;p13"/>
              <p:cNvSpPr/>
              <p:nvPr/>
            </p:nvSpPr>
            <p:spPr>
              <a:xfrm>
                <a:off x="277200" y="4788720"/>
                <a:ext cx="115560" cy="11520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200"/>
                  <a:gd name="textAreaBottom" fmla="*/ 115560 h 11520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600" bIns="5760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Google Shape;515;p13"/>
              <p:cNvSpPr/>
              <p:nvPr/>
            </p:nvSpPr>
            <p:spPr>
              <a:xfrm>
                <a:off x="312840" y="482400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960" bIns="579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Google Shape;516;p13"/>
              <p:cNvSpPr/>
              <p:nvPr/>
            </p:nvSpPr>
            <p:spPr>
              <a:xfrm>
                <a:off x="348480" y="4859640"/>
                <a:ext cx="115200" cy="115200"/>
              </a:xfrm>
              <a:custGeom>
                <a:avLst/>
                <a:gdLst>
                  <a:gd name="textAreaLeft" fmla="*/ 0 w 115200"/>
                  <a:gd name="textAreaRight" fmla="*/ 115560 w 115200"/>
                  <a:gd name="textAreaTop" fmla="*/ 0 h 115200"/>
                  <a:gd name="textAreaBottom" fmla="*/ 115560 h 11520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600" bIns="5760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" name="Google Shape;517;p13"/>
              <p:cNvSpPr/>
              <p:nvPr/>
            </p:nvSpPr>
            <p:spPr>
              <a:xfrm>
                <a:off x="383400" y="489492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960" bIns="579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5" name="Google Shape;518;p13"/>
            <p:cNvGrpSpPr/>
            <p:nvPr/>
          </p:nvGrpSpPr>
          <p:grpSpPr>
            <a:xfrm>
              <a:off x="-693000" y="2711880"/>
              <a:ext cx="1116720" cy="1598040"/>
              <a:chOff x="-693000" y="2711880"/>
              <a:chExt cx="1116720" cy="1598040"/>
            </a:xfrm>
          </p:grpSpPr>
          <p:sp>
            <p:nvSpPr>
              <p:cNvPr id="106" name="Google Shape;519;p13"/>
              <p:cNvSpPr/>
              <p:nvPr/>
            </p:nvSpPr>
            <p:spPr>
              <a:xfrm rot="9000000">
                <a:off x="-283680" y="2659320"/>
                <a:ext cx="246600" cy="170280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702800"/>
                  <a:gd name="textAreaBottom" fmla="*/ 1703160 h 170280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7" name="Google Shape;520;p13"/>
              <p:cNvGrpSpPr/>
              <p:nvPr/>
            </p:nvGrpSpPr>
            <p:grpSpPr>
              <a:xfrm>
                <a:off x="290160" y="4120920"/>
                <a:ext cx="133560" cy="133560"/>
                <a:chOff x="290160" y="4120920"/>
                <a:chExt cx="133560" cy="133560"/>
              </a:xfrm>
            </p:grpSpPr>
            <p:sp>
              <p:nvSpPr>
                <p:cNvPr id="108" name="Google Shape;521;p13"/>
                <p:cNvSpPr/>
                <p:nvPr/>
              </p:nvSpPr>
              <p:spPr>
                <a:xfrm>
                  <a:off x="290160" y="4120920"/>
                  <a:ext cx="133560" cy="13356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33560"/>
                    <a:gd name="textAreaBottom" fmla="*/ 133920 h 13356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dist="9220" dir="2319588" blurRad="42840" rotWithShape="0">
                    <a:srgbClr val="EB9109"/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66960" bIns="6696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9" name="Google Shape;522;p13"/>
                <p:cNvSpPr/>
                <p:nvPr/>
              </p:nvSpPr>
              <p:spPr>
                <a:xfrm>
                  <a:off x="317160" y="4151520"/>
                  <a:ext cx="79920" cy="7272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72720"/>
                    <a:gd name="textAreaBottom" fmla="*/ 73080 h 7272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dist="9220" dir="2319588" blurRad="42840" rotWithShape="0">
                    <a:srgbClr val="EB9109"/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6360" bIns="3636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10" name="Google Shape;523;p13"/>
            <p:cNvGrpSpPr/>
            <p:nvPr/>
          </p:nvGrpSpPr>
          <p:grpSpPr>
            <a:xfrm>
              <a:off x="-132840" y="3610800"/>
              <a:ext cx="363960" cy="1786680"/>
              <a:chOff x="-132840" y="3610800"/>
              <a:chExt cx="363960" cy="1786680"/>
            </a:xfrm>
          </p:grpSpPr>
          <p:sp>
            <p:nvSpPr>
              <p:cNvPr id="111" name="Google Shape;524;p13"/>
              <p:cNvSpPr/>
              <p:nvPr/>
            </p:nvSpPr>
            <p:spPr>
              <a:xfrm rot="21519000">
                <a:off x="-35280" y="3691800"/>
                <a:ext cx="246600" cy="170280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702800"/>
                  <a:gd name="textAreaBottom" fmla="*/ 1703160 h 170280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2" name="Google Shape;525;p13"/>
              <p:cNvGrpSpPr/>
              <p:nvPr/>
            </p:nvGrpSpPr>
            <p:grpSpPr>
              <a:xfrm>
                <a:off x="-132840" y="3610800"/>
                <a:ext cx="181440" cy="181080"/>
                <a:chOff x="-132840" y="3610800"/>
                <a:chExt cx="181440" cy="181080"/>
              </a:xfrm>
            </p:grpSpPr>
            <p:sp>
              <p:nvSpPr>
                <p:cNvPr id="113" name="Google Shape;526;p13"/>
                <p:cNvSpPr/>
                <p:nvPr/>
              </p:nvSpPr>
              <p:spPr>
                <a:xfrm rot="12519000">
                  <a:off x="-108720" y="3634200"/>
                  <a:ext cx="133560" cy="13356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33560"/>
                    <a:gd name="textAreaBottom" fmla="*/ 133920 h 13356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dist="9220" dir="2319588" blurRad="42840" rotWithShape="0">
                    <a:srgbClr val="EB9109"/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66960" bIns="6696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" name="Google Shape;527;p13"/>
                <p:cNvSpPr/>
                <p:nvPr/>
              </p:nvSpPr>
              <p:spPr>
                <a:xfrm rot="12519000">
                  <a:off x="-81720" y="3664440"/>
                  <a:ext cx="79920" cy="7272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72720"/>
                    <a:gd name="textAreaBottom" fmla="*/ 73080 h 7272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dist="9220" dir="2319588" blurRad="42840" rotWithShape="0">
                    <a:srgbClr val="EB9109"/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6360" bIns="3636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15" name="Google Shape;528;p13"/>
            <p:cNvGrpSpPr/>
            <p:nvPr/>
          </p:nvGrpSpPr>
          <p:grpSpPr>
            <a:xfrm>
              <a:off x="171720" y="4422600"/>
              <a:ext cx="1116720" cy="1597680"/>
              <a:chOff x="171720" y="4422600"/>
              <a:chExt cx="1116720" cy="1597680"/>
            </a:xfrm>
          </p:grpSpPr>
          <p:sp>
            <p:nvSpPr>
              <p:cNvPr id="116" name="Google Shape;529;p13"/>
              <p:cNvSpPr/>
              <p:nvPr/>
            </p:nvSpPr>
            <p:spPr>
              <a:xfrm rot="19800000">
                <a:off x="632520" y="4369680"/>
                <a:ext cx="246600" cy="170280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702800"/>
                  <a:gd name="textAreaBottom" fmla="*/ 1703160 h 170280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7" name="Google Shape;530;p13"/>
              <p:cNvGrpSpPr/>
              <p:nvPr/>
            </p:nvGrpSpPr>
            <p:grpSpPr>
              <a:xfrm>
                <a:off x="171720" y="4478040"/>
                <a:ext cx="133560" cy="133560"/>
                <a:chOff x="171720" y="4478040"/>
                <a:chExt cx="133560" cy="133560"/>
              </a:xfrm>
            </p:grpSpPr>
            <p:sp>
              <p:nvSpPr>
                <p:cNvPr id="118" name="Google Shape;531;p13"/>
                <p:cNvSpPr/>
                <p:nvPr/>
              </p:nvSpPr>
              <p:spPr>
                <a:xfrm rot="10800000">
                  <a:off x="171720" y="4478040"/>
                  <a:ext cx="133560" cy="13356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33560"/>
                    <a:gd name="textAreaBottom" fmla="*/ 133920 h 13356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dist="9220" dir="2319588" blurRad="42840" rotWithShape="0">
                    <a:srgbClr val="EB9109"/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66960" bIns="6696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9" name="Google Shape;532;p13"/>
                <p:cNvSpPr/>
                <p:nvPr/>
              </p:nvSpPr>
              <p:spPr>
                <a:xfrm rot="10800000">
                  <a:off x="198360" y="4508280"/>
                  <a:ext cx="79920" cy="7272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72720"/>
                    <a:gd name="textAreaBottom" fmla="*/ 73080 h 7272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dist="9220" dir="2319588" blurRad="42840" rotWithShape="0">
                    <a:srgbClr val="EB9109"/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6360" bIns="3636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120" name="Google Shape;533;p13"/>
          <p:cNvGrpSpPr/>
          <p:nvPr/>
        </p:nvGrpSpPr>
        <p:grpSpPr>
          <a:xfrm>
            <a:off x="6471000" y="-1724760"/>
            <a:ext cx="4026960" cy="4161240"/>
            <a:chOff x="6471000" y="-1724760"/>
            <a:chExt cx="4026960" cy="4161240"/>
          </a:xfrm>
        </p:grpSpPr>
        <p:grpSp>
          <p:nvGrpSpPr>
            <p:cNvPr id="121" name="Google Shape;534;p13"/>
            <p:cNvGrpSpPr/>
            <p:nvPr/>
          </p:nvGrpSpPr>
          <p:grpSpPr>
            <a:xfrm>
              <a:off x="6576120" y="-1724760"/>
              <a:ext cx="3921840" cy="4161240"/>
              <a:chOff x="6576120" y="-1724760"/>
              <a:chExt cx="3921840" cy="4161240"/>
            </a:xfrm>
          </p:grpSpPr>
          <p:sp>
            <p:nvSpPr>
              <p:cNvPr id="122" name="Google Shape;535;p13"/>
              <p:cNvSpPr/>
              <p:nvPr/>
            </p:nvSpPr>
            <p:spPr>
              <a:xfrm flipV="1" rot="8100000">
                <a:off x="7268040" y="-1267920"/>
                <a:ext cx="2538000" cy="3008520"/>
              </a:xfrm>
              <a:custGeom>
                <a:avLst/>
                <a:gdLst>
                  <a:gd name="textAreaLeft" fmla="*/ 0 w 2538000"/>
                  <a:gd name="textAreaRight" fmla="*/ 2538360 w 2538000"/>
                  <a:gd name="textAreaTop" fmla="*/ -360 h 3008520"/>
                  <a:gd name="textAreaBottom" fmla="*/ 3008520 h 30085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Google Shape;536;p13"/>
              <p:cNvSpPr/>
              <p:nvPr/>
            </p:nvSpPr>
            <p:spPr>
              <a:xfrm flipV="1" rot="8100000">
                <a:off x="7034760" y="-941400"/>
                <a:ext cx="1852560" cy="1936800"/>
              </a:xfrm>
              <a:custGeom>
                <a:avLst/>
                <a:gdLst>
                  <a:gd name="textAreaLeft" fmla="*/ 0 w 1852560"/>
                  <a:gd name="textAreaRight" fmla="*/ 1852920 w 1852560"/>
                  <a:gd name="textAreaTop" fmla="*/ 360 h 1936800"/>
                  <a:gd name="textAreaBottom" fmla="*/ 1937520 h 193680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Google Shape;537;p13"/>
              <p:cNvSpPr/>
              <p:nvPr/>
            </p:nvSpPr>
            <p:spPr>
              <a:xfrm flipV="1" rot="8100000">
                <a:off x="7483680" y="-1037520"/>
                <a:ext cx="1997640" cy="3242880"/>
              </a:xfrm>
              <a:custGeom>
                <a:avLst/>
                <a:gdLst>
                  <a:gd name="textAreaLeft" fmla="*/ 0 w 1997640"/>
                  <a:gd name="textAreaRight" fmla="*/ 1998000 w 1997640"/>
                  <a:gd name="textAreaTop" fmla="*/ 360 h 3242880"/>
                  <a:gd name="textAreaBottom" fmla="*/ 3243600 h 324288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" name="Google Shape;538;p13"/>
            <p:cNvSpPr/>
            <p:nvPr/>
          </p:nvSpPr>
          <p:spPr>
            <a:xfrm>
              <a:off x="6471000" y="-76320"/>
              <a:ext cx="283680" cy="245520"/>
            </a:xfrm>
            <a:custGeom>
              <a:avLst/>
              <a:gdLst>
                <a:gd name="textAreaLeft" fmla="*/ 0 w 283680"/>
                <a:gd name="textAreaRight" fmla="*/ 284040 w 28368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51285" h="44413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Google Shape;539;p13"/>
            <p:cNvSpPr/>
            <p:nvPr/>
          </p:nvSpPr>
          <p:spPr>
            <a:xfrm>
              <a:off x="6703920" y="-125280"/>
              <a:ext cx="570240" cy="493560"/>
            </a:xfrm>
            <a:custGeom>
              <a:avLst/>
              <a:gdLst>
                <a:gd name="textAreaLeft" fmla="*/ 0 w 570240"/>
                <a:gd name="textAreaRight" fmla="*/ 570600 w 570240"/>
                <a:gd name="textAreaTop" fmla="*/ 0 h 493560"/>
                <a:gd name="textAreaBottom" fmla="*/ 493920 h 493560"/>
              </a:gdLst>
              <a:ahLst/>
              <a:cxnLst/>
              <a:rect l="textAreaLeft" t="textAreaTop" r="textAreaRight" b="textAreaBottom"/>
              <a:pathLst>
                <a:path w="51285" h="44413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 rotWithShape="0">
              <a:gsLst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7" name="Google Shape;540;p13"/>
          <p:cNvGrpSpPr/>
          <p:nvPr/>
        </p:nvGrpSpPr>
        <p:grpSpPr>
          <a:xfrm>
            <a:off x="783360" y="-601200"/>
            <a:ext cx="993960" cy="1794960"/>
            <a:chOff x="783360" y="-601200"/>
            <a:chExt cx="993960" cy="1794960"/>
          </a:xfrm>
        </p:grpSpPr>
        <p:sp>
          <p:nvSpPr>
            <p:cNvPr id="128" name="Google Shape;541;p13"/>
            <p:cNvSpPr/>
            <p:nvPr/>
          </p:nvSpPr>
          <p:spPr>
            <a:xfrm>
              <a:off x="1643400" y="229320"/>
              <a:ext cx="133920" cy="133920"/>
            </a:xfrm>
            <a:prstGeom prst="ellipse">
              <a:avLst/>
            </a:prstGeom>
            <a:noFill/>
            <a:ln w="9360">
              <a:solidFill>
                <a:schemeClr val="dk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7520" bIns="4752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29" name="Google Shape;542;p13"/>
            <p:cNvCxnSpPr/>
            <p:nvPr/>
          </p:nvCxnSpPr>
          <p:spPr>
            <a:xfrm flipV="1">
              <a:off x="783360" y="-601200"/>
              <a:ext cx="360" cy="1795320"/>
            </a:xfrm>
            <a:prstGeom prst="straightConnector1">
              <a:avLst/>
            </a:prstGeom>
            <a:ln w="9360">
              <a:solidFill>
                <a:schemeClr val="dk2"/>
              </a:solidFill>
              <a:round/>
            </a:ln>
          </p:spPr>
        </p:cxnSp>
        <p:sp>
          <p:nvSpPr>
            <p:cNvPr id="130" name="Google Shape;543;p13"/>
            <p:cNvSpPr/>
            <p:nvPr/>
          </p:nvSpPr>
          <p:spPr>
            <a:xfrm>
              <a:off x="1673640" y="25920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endParaRPr lang="en-GB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1" name="PlaceHolder 6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720000" y="2079360"/>
            <a:ext cx="5597640" cy="8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title"/>
          </p:nvPr>
        </p:nvSpPr>
        <p:spPr>
          <a:xfrm>
            <a:off x="720000" y="1025640"/>
            <a:ext cx="1702080" cy="993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GB" sz="6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GB" sz="6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en-GB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4" name="Google Shape;99;p3"/>
          <p:cNvGrpSpPr/>
          <p:nvPr/>
        </p:nvGrpSpPr>
        <p:grpSpPr>
          <a:xfrm>
            <a:off x="-538920" y="-1717200"/>
            <a:ext cx="4167000" cy="4161240"/>
            <a:chOff x="-538920" y="-1717200"/>
            <a:chExt cx="4167000" cy="4161240"/>
          </a:xfrm>
        </p:grpSpPr>
        <p:grpSp>
          <p:nvGrpSpPr>
            <p:cNvPr id="135" name="Google Shape;100;p3"/>
            <p:cNvGrpSpPr/>
            <p:nvPr/>
          </p:nvGrpSpPr>
          <p:grpSpPr>
            <a:xfrm>
              <a:off x="-538920" y="-385560"/>
              <a:ext cx="1740960" cy="1288080"/>
              <a:chOff x="-538920" y="-385560"/>
              <a:chExt cx="1740960" cy="1288080"/>
            </a:xfrm>
          </p:grpSpPr>
          <p:sp>
            <p:nvSpPr>
              <p:cNvPr id="136" name="Google Shape;101;p3"/>
              <p:cNvSpPr/>
              <p:nvPr/>
            </p:nvSpPr>
            <p:spPr>
              <a:xfrm rot="2700000">
                <a:off x="-360000" y="-186840"/>
                <a:ext cx="930600" cy="891000"/>
              </a:xfrm>
              <a:custGeom>
                <a:avLst/>
                <a:gdLst>
                  <a:gd name="textAreaLeft" fmla="*/ 0 w 930600"/>
                  <a:gd name="textAreaRight" fmla="*/ 930960 w 930600"/>
                  <a:gd name="textAreaTop" fmla="*/ 0 h 891000"/>
                  <a:gd name="textAreaBottom" fmla="*/ 891360 h 89100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l="0" t="0" r="100000" b="10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Google Shape;102;p3"/>
              <p:cNvSpPr/>
              <p:nvPr/>
            </p:nvSpPr>
            <p:spPr>
              <a:xfrm rot="2700000">
                <a:off x="92520" y="-186840"/>
                <a:ext cx="930600" cy="891000"/>
              </a:xfrm>
              <a:custGeom>
                <a:avLst/>
                <a:gdLst>
                  <a:gd name="textAreaLeft" fmla="*/ 0 w 930600"/>
                  <a:gd name="textAreaRight" fmla="*/ 930960 w 930600"/>
                  <a:gd name="textAreaTop" fmla="*/ 0 h 891000"/>
                  <a:gd name="textAreaBottom" fmla="*/ 891360 h 89100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l="0" t="0" r="100000" b="10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8" name="Google Shape;103;p3"/>
            <p:cNvGrpSpPr/>
            <p:nvPr/>
          </p:nvGrpSpPr>
          <p:grpSpPr>
            <a:xfrm>
              <a:off x="201240" y="-185040"/>
              <a:ext cx="207720" cy="1824480"/>
              <a:chOff x="201240" y="-185040"/>
              <a:chExt cx="207720" cy="1824480"/>
            </a:xfrm>
          </p:grpSpPr>
          <p:sp>
            <p:nvSpPr>
              <p:cNvPr id="139" name="Google Shape;104;p3"/>
              <p:cNvSpPr/>
              <p:nvPr/>
            </p:nvSpPr>
            <p:spPr>
              <a:xfrm>
                <a:off x="201240" y="-185040"/>
                <a:ext cx="12240" cy="18244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824480"/>
                  <a:gd name="textAreaBottom" fmla="*/ 1824840 h 182448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" name="Google Shape;105;p3"/>
              <p:cNvSpPr/>
              <p:nvPr/>
            </p:nvSpPr>
            <p:spPr>
              <a:xfrm>
                <a:off x="396720" y="-185040"/>
                <a:ext cx="12240" cy="18244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824480"/>
                  <a:gd name="textAreaBottom" fmla="*/ 1824840 h 182448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1" name="Google Shape;106;p3"/>
            <p:cNvGrpSpPr/>
            <p:nvPr/>
          </p:nvGrpSpPr>
          <p:grpSpPr>
            <a:xfrm>
              <a:off x="396720" y="-169920"/>
              <a:ext cx="699120" cy="478080"/>
              <a:chOff x="396720" y="-169920"/>
              <a:chExt cx="699120" cy="478080"/>
            </a:xfrm>
          </p:grpSpPr>
          <p:grpSp>
            <p:nvGrpSpPr>
              <p:cNvPr id="142" name="Google Shape;107;p3"/>
              <p:cNvGrpSpPr/>
              <p:nvPr/>
            </p:nvGrpSpPr>
            <p:grpSpPr>
              <a:xfrm>
                <a:off x="396720" y="-169920"/>
                <a:ext cx="478080" cy="478080"/>
                <a:chOff x="396720" y="-169920"/>
                <a:chExt cx="478080" cy="478080"/>
              </a:xfrm>
            </p:grpSpPr>
            <p:sp>
              <p:nvSpPr>
                <p:cNvPr id="143" name="Google Shape;108;p3"/>
                <p:cNvSpPr/>
                <p:nvPr/>
              </p:nvSpPr>
              <p:spPr>
                <a:xfrm rot="2700000">
                  <a:off x="462960" y="-9612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144" name="Google Shape;109;p3"/>
                <p:cNvGrpSpPr/>
                <p:nvPr/>
              </p:nvGrpSpPr>
              <p:grpSpPr>
                <a:xfrm>
                  <a:off x="441720" y="-68760"/>
                  <a:ext cx="387360" cy="222840"/>
                  <a:chOff x="441720" y="-68760"/>
                  <a:chExt cx="387360" cy="222840"/>
                </a:xfrm>
              </p:grpSpPr>
              <p:sp>
                <p:nvSpPr>
                  <p:cNvPr id="145" name="Google Shape;110;p3"/>
                  <p:cNvSpPr/>
                  <p:nvPr/>
                </p:nvSpPr>
                <p:spPr>
                  <a:xfrm rot="2700000">
                    <a:off x="47448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46" name="Google Shape;111;p3"/>
                  <p:cNvSpPr/>
                  <p:nvPr/>
                </p:nvSpPr>
                <p:spPr>
                  <a:xfrm rot="2700000">
                    <a:off x="55656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47" name="Google Shape;112;p3"/>
                  <p:cNvSpPr/>
                  <p:nvPr/>
                </p:nvSpPr>
                <p:spPr>
                  <a:xfrm rot="2700000">
                    <a:off x="59760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48" name="Google Shape;113;p3"/>
                  <p:cNvSpPr/>
                  <p:nvPr/>
                </p:nvSpPr>
                <p:spPr>
                  <a:xfrm rot="2700000">
                    <a:off x="51552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49" name="Google Shape;114;p3"/>
                  <p:cNvSpPr/>
                  <p:nvPr/>
                </p:nvSpPr>
                <p:spPr>
                  <a:xfrm rot="2700000">
                    <a:off x="63864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sp>
            <p:nvSpPr>
              <p:cNvPr id="150" name="Google Shape;115;p3"/>
              <p:cNvSpPr/>
              <p:nvPr/>
            </p:nvSpPr>
            <p:spPr>
              <a:xfrm rot="18900000">
                <a:off x="727920" y="-9000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1" name="Google Shape;116;p3"/>
            <p:cNvGrpSpPr/>
            <p:nvPr/>
          </p:nvGrpSpPr>
          <p:grpSpPr>
            <a:xfrm>
              <a:off x="911160" y="-133200"/>
              <a:ext cx="591840" cy="404640"/>
              <a:chOff x="911160" y="-133200"/>
              <a:chExt cx="591840" cy="404640"/>
            </a:xfrm>
          </p:grpSpPr>
          <p:grpSp>
            <p:nvGrpSpPr>
              <p:cNvPr id="152" name="Google Shape;117;p3"/>
              <p:cNvGrpSpPr/>
              <p:nvPr/>
            </p:nvGrpSpPr>
            <p:grpSpPr>
              <a:xfrm>
                <a:off x="911160" y="-133200"/>
                <a:ext cx="404640" cy="404640"/>
                <a:chOff x="911160" y="-133200"/>
                <a:chExt cx="404640" cy="404640"/>
              </a:xfrm>
            </p:grpSpPr>
            <p:sp>
              <p:nvSpPr>
                <p:cNvPr id="153" name="Google Shape;118;p3"/>
                <p:cNvSpPr/>
                <p:nvPr/>
              </p:nvSpPr>
              <p:spPr>
                <a:xfrm rot="2700000">
                  <a:off x="967320" y="-70560"/>
                  <a:ext cx="292320" cy="280080"/>
                </a:xfrm>
                <a:custGeom>
                  <a:avLst/>
                  <a:gdLst>
                    <a:gd name="textAreaLeft" fmla="*/ 0 w 292320"/>
                    <a:gd name="textAreaRight" fmla="*/ 292680 w 292320"/>
                    <a:gd name="textAreaTop" fmla="*/ 0 h 280080"/>
                    <a:gd name="textAreaBottom" fmla="*/ 280440 h 2800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154" name="Google Shape;119;p3"/>
                <p:cNvGrpSpPr/>
                <p:nvPr/>
              </p:nvGrpSpPr>
              <p:grpSpPr>
                <a:xfrm>
                  <a:off x="948960" y="-47880"/>
                  <a:ext cx="327600" cy="189360"/>
                  <a:chOff x="948960" y="-47880"/>
                  <a:chExt cx="327600" cy="189360"/>
                </a:xfrm>
              </p:grpSpPr>
              <p:sp>
                <p:nvSpPr>
                  <p:cNvPr id="155" name="Google Shape;120;p3"/>
                  <p:cNvSpPr/>
                  <p:nvPr/>
                </p:nvSpPr>
                <p:spPr>
                  <a:xfrm rot="2700000">
                    <a:off x="976320" y="-2016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66960" bIns="6696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56" name="Google Shape;121;p3"/>
                  <p:cNvSpPr/>
                  <p:nvPr/>
                </p:nvSpPr>
                <p:spPr>
                  <a:xfrm rot="2700000">
                    <a:off x="1046160" y="-2016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66960" bIns="6696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57" name="Google Shape;122;p3"/>
                  <p:cNvSpPr/>
                  <p:nvPr/>
                </p:nvSpPr>
                <p:spPr>
                  <a:xfrm rot="2700000">
                    <a:off x="1080720" y="-2016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66960" bIns="6696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58" name="Google Shape;123;p3"/>
                  <p:cNvSpPr/>
                  <p:nvPr/>
                </p:nvSpPr>
                <p:spPr>
                  <a:xfrm rot="2700000">
                    <a:off x="1011240" y="-1980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66960" bIns="6696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59" name="Google Shape;124;p3"/>
                  <p:cNvSpPr/>
                  <p:nvPr/>
                </p:nvSpPr>
                <p:spPr>
                  <a:xfrm rot="2700000">
                    <a:off x="1115280" y="-1980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66960" bIns="6696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sp>
            <p:nvSpPr>
              <p:cNvPr id="160" name="Google Shape;125;p3"/>
              <p:cNvSpPr/>
              <p:nvPr/>
            </p:nvSpPr>
            <p:spPr>
              <a:xfrm rot="18900000">
                <a:off x="1191240" y="-65520"/>
                <a:ext cx="274680" cy="218160"/>
              </a:xfrm>
              <a:custGeom>
                <a:avLst/>
                <a:gdLst>
                  <a:gd name="textAreaLeft" fmla="*/ 0 w 274680"/>
                  <a:gd name="textAreaRight" fmla="*/ 275040 w 274680"/>
                  <a:gd name="textAreaTop" fmla="*/ 0 h 218160"/>
                  <a:gd name="textAreaBottom" fmla="*/ 218520 h 2181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61" name="Google Shape;126;p3"/>
            <p:cNvGrpSpPr/>
            <p:nvPr/>
          </p:nvGrpSpPr>
          <p:grpSpPr>
            <a:xfrm>
              <a:off x="-44640" y="488160"/>
              <a:ext cx="699120" cy="478080"/>
              <a:chOff x="-44640" y="488160"/>
              <a:chExt cx="699120" cy="478080"/>
            </a:xfrm>
          </p:grpSpPr>
          <p:grpSp>
            <p:nvGrpSpPr>
              <p:cNvPr id="162" name="Google Shape;127;p3"/>
              <p:cNvGrpSpPr/>
              <p:nvPr/>
            </p:nvGrpSpPr>
            <p:grpSpPr>
              <a:xfrm>
                <a:off x="-44640" y="488160"/>
                <a:ext cx="478080" cy="478080"/>
                <a:chOff x="-44640" y="488160"/>
                <a:chExt cx="478080" cy="478080"/>
              </a:xfrm>
            </p:grpSpPr>
            <p:sp>
              <p:nvSpPr>
                <p:cNvPr id="163" name="Google Shape;128;p3"/>
                <p:cNvSpPr/>
                <p:nvPr/>
              </p:nvSpPr>
              <p:spPr>
                <a:xfrm rot="2700000">
                  <a:off x="21600" y="56160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164" name="Google Shape;129;p3"/>
                <p:cNvGrpSpPr/>
                <p:nvPr/>
              </p:nvGrpSpPr>
              <p:grpSpPr>
                <a:xfrm>
                  <a:off x="0" y="588960"/>
                  <a:ext cx="387360" cy="222840"/>
                  <a:chOff x="0" y="588960"/>
                  <a:chExt cx="387360" cy="222840"/>
                </a:xfrm>
              </p:grpSpPr>
              <p:sp>
                <p:nvSpPr>
                  <p:cNvPr id="165" name="Google Shape;130;p3"/>
                  <p:cNvSpPr/>
                  <p:nvPr/>
                </p:nvSpPr>
                <p:spPr>
                  <a:xfrm rot="2700000">
                    <a:off x="3240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66" name="Google Shape;131;p3"/>
                  <p:cNvSpPr/>
                  <p:nvPr/>
                </p:nvSpPr>
                <p:spPr>
                  <a:xfrm rot="2700000">
                    <a:off x="11484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67" name="Google Shape;132;p3"/>
                  <p:cNvSpPr/>
                  <p:nvPr/>
                </p:nvSpPr>
                <p:spPr>
                  <a:xfrm rot="2700000">
                    <a:off x="15552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68" name="Google Shape;133;p3"/>
                  <p:cNvSpPr/>
                  <p:nvPr/>
                </p:nvSpPr>
                <p:spPr>
                  <a:xfrm rot="2700000">
                    <a:off x="7344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69" name="Google Shape;134;p3"/>
                  <p:cNvSpPr/>
                  <p:nvPr/>
                </p:nvSpPr>
                <p:spPr>
                  <a:xfrm rot="2700000">
                    <a:off x="19692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sp>
            <p:nvSpPr>
              <p:cNvPr id="170" name="Google Shape;135;p3"/>
              <p:cNvSpPr/>
              <p:nvPr/>
            </p:nvSpPr>
            <p:spPr>
              <a:xfrm rot="18900000">
                <a:off x="286560" y="56736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71" name="Google Shape;136;p3"/>
            <p:cNvGrpSpPr/>
            <p:nvPr/>
          </p:nvGrpSpPr>
          <p:grpSpPr>
            <a:xfrm>
              <a:off x="-293760" y="-1717200"/>
              <a:ext cx="3921840" cy="4161240"/>
              <a:chOff x="-293760" y="-1717200"/>
              <a:chExt cx="3921840" cy="4161240"/>
            </a:xfrm>
          </p:grpSpPr>
          <p:sp>
            <p:nvSpPr>
              <p:cNvPr id="172" name="Google Shape;137;p3"/>
              <p:cNvSpPr/>
              <p:nvPr/>
            </p:nvSpPr>
            <p:spPr>
              <a:xfrm rot="13500000">
                <a:off x="613800" y="-1485720"/>
                <a:ext cx="1997640" cy="3242880"/>
              </a:xfrm>
              <a:custGeom>
                <a:avLst/>
                <a:gdLst>
                  <a:gd name="textAreaLeft" fmla="*/ 0 w 1997640"/>
                  <a:gd name="textAreaRight" fmla="*/ 1998000 w 1997640"/>
                  <a:gd name="textAreaTop" fmla="*/ 0 h 3242880"/>
                  <a:gd name="textAreaBottom" fmla="*/ 3243240 h 324288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" name="Google Shape;138;p3"/>
              <p:cNvSpPr/>
              <p:nvPr/>
            </p:nvSpPr>
            <p:spPr>
              <a:xfrm rot="13500000">
                <a:off x="164520" y="-283680"/>
                <a:ext cx="1852920" cy="1936800"/>
              </a:xfrm>
              <a:custGeom>
                <a:avLst/>
                <a:gdLst>
                  <a:gd name="textAreaLeft" fmla="*/ 0 w 1852920"/>
                  <a:gd name="textAreaRight" fmla="*/ 1853280 w 1852920"/>
                  <a:gd name="textAreaTop" fmla="*/ 0 h 1936800"/>
                  <a:gd name="textAreaBottom" fmla="*/ 1937160 h 193680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" name="Google Shape;139;p3"/>
              <p:cNvSpPr/>
              <p:nvPr/>
            </p:nvSpPr>
            <p:spPr>
              <a:xfrm rot="13500000">
                <a:off x="398160" y="-1020960"/>
                <a:ext cx="2538000" cy="3008520"/>
              </a:xfrm>
              <a:custGeom>
                <a:avLst/>
                <a:gdLst>
                  <a:gd name="textAreaLeft" fmla="*/ 0 w 2538000"/>
                  <a:gd name="textAreaRight" fmla="*/ 2538360 w 2538000"/>
                  <a:gd name="textAreaTop" fmla="*/ 0 h 3008520"/>
                  <a:gd name="textAreaBottom" fmla="*/ 3008880 h 30085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7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title"/>
          </p:nvPr>
        </p:nvSpPr>
        <p:spPr>
          <a:xfrm>
            <a:off x="720000" y="539640"/>
            <a:ext cx="3671640" cy="93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9" name="Google Shape;979;p23"/>
          <p:cNvGrpSpPr/>
          <p:nvPr/>
        </p:nvGrpSpPr>
        <p:grpSpPr>
          <a:xfrm>
            <a:off x="6379200" y="1158120"/>
            <a:ext cx="4752720" cy="4767840"/>
            <a:chOff x="6379200" y="1158120"/>
            <a:chExt cx="4752720" cy="4767840"/>
          </a:xfrm>
        </p:grpSpPr>
        <p:pic>
          <p:nvPicPr>
            <p:cNvPr id="180" name="Google Shape;980;p23"/>
            <p:cNvPicPr/>
            <p:nvPr/>
          </p:nvPicPr>
          <p:blipFill>
            <a:blip r:embed="rId2"/>
            <a:stretch/>
          </p:blipFill>
          <p:spPr>
            <a:xfrm rot="16200000">
              <a:off x="7048440" y="2738520"/>
              <a:ext cx="3615480" cy="27594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81" name="Google Shape;981;p23"/>
            <p:cNvGrpSpPr/>
            <p:nvPr/>
          </p:nvGrpSpPr>
          <p:grpSpPr>
            <a:xfrm>
              <a:off x="6379200" y="1158120"/>
              <a:ext cx="4752720" cy="4767480"/>
              <a:chOff x="6379200" y="1158120"/>
              <a:chExt cx="4752720" cy="4767480"/>
            </a:xfrm>
          </p:grpSpPr>
          <p:grpSp>
            <p:nvGrpSpPr>
              <p:cNvPr id="182" name="Google Shape;982;p23"/>
              <p:cNvGrpSpPr/>
              <p:nvPr/>
            </p:nvGrpSpPr>
            <p:grpSpPr>
              <a:xfrm>
                <a:off x="7297920" y="4835160"/>
                <a:ext cx="2083680" cy="237600"/>
                <a:chOff x="7297920" y="4835160"/>
                <a:chExt cx="2083680" cy="237600"/>
              </a:xfrm>
            </p:grpSpPr>
            <p:sp>
              <p:nvSpPr>
                <p:cNvPr id="183" name="Google Shape;983;p23"/>
                <p:cNvSpPr/>
                <p:nvPr/>
              </p:nvSpPr>
              <p:spPr>
                <a:xfrm flipV="1" rot="16200000">
                  <a:off x="8332560" y="4023360"/>
                  <a:ext cx="14040" cy="2083680"/>
                </a:xfrm>
                <a:custGeom>
                  <a:avLst/>
                  <a:gdLst>
                    <a:gd name="textAreaLeft" fmla="*/ 0 w 14040"/>
                    <a:gd name="textAreaRight" fmla="*/ 14400 w 14040"/>
                    <a:gd name="textAreaTop" fmla="*/ 360 h 2083680"/>
                    <a:gd name="textAreaBottom" fmla="*/ 2084400 h 2083680"/>
                  </a:gdLst>
                  <a:ahLst/>
                  <a:cxnLst/>
                  <a:rect l="textAreaLeft" t="textAreaTop" r="textAreaRight" b="textAreaBottom"/>
                  <a:pathLst>
                    <a:path w="306" h="27731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4" name="Google Shape;984;p23"/>
                <p:cNvSpPr/>
                <p:nvPr/>
              </p:nvSpPr>
              <p:spPr>
                <a:xfrm flipV="1" rot="16200000">
                  <a:off x="8332560" y="3799800"/>
                  <a:ext cx="14040" cy="2083680"/>
                </a:xfrm>
                <a:custGeom>
                  <a:avLst/>
                  <a:gdLst>
                    <a:gd name="textAreaLeft" fmla="*/ 0 w 14040"/>
                    <a:gd name="textAreaRight" fmla="*/ 14400 w 14040"/>
                    <a:gd name="textAreaTop" fmla="*/ 360 h 2083680"/>
                    <a:gd name="textAreaBottom" fmla="*/ 2084400 h 2083680"/>
                  </a:gdLst>
                  <a:ahLst/>
                  <a:cxnLst/>
                  <a:rect l="textAreaLeft" t="textAreaTop" r="textAreaRight" b="textAreaBottom"/>
                  <a:pathLst>
                    <a:path w="305" h="27731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85" name="Google Shape;985;p23"/>
              <p:cNvGrpSpPr/>
              <p:nvPr/>
            </p:nvGrpSpPr>
            <p:grpSpPr>
              <a:xfrm>
                <a:off x="6379200" y="1158120"/>
                <a:ext cx="4752720" cy="4479840"/>
                <a:chOff x="6379200" y="1158120"/>
                <a:chExt cx="4752720" cy="4479840"/>
              </a:xfrm>
            </p:grpSpPr>
            <p:sp>
              <p:nvSpPr>
                <p:cNvPr id="186" name="Google Shape;986;p23"/>
                <p:cNvSpPr/>
                <p:nvPr/>
              </p:nvSpPr>
              <p:spPr>
                <a:xfrm flipV="1" rot="2700000">
                  <a:off x="7169400" y="1679760"/>
                  <a:ext cx="2899080" cy="3436200"/>
                </a:xfrm>
                <a:custGeom>
                  <a:avLst/>
                  <a:gdLst>
                    <a:gd name="textAreaLeft" fmla="*/ 0 w 2899080"/>
                    <a:gd name="textAreaRight" fmla="*/ 2899440 w 2899080"/>
                    <a:gd name="textAreaTop" fmla="*/ -360 h 3436200"/>
                    <a:gd name="textAreaBottom" fmla="*/ 3436200 h 3436200"/>
                  </a:gdLst>
                  <a:ahLst/>
                  <a:cxnLst/>
                  <a:rect l="textAreaLeft" t="textAreaTop" r="textAreaRight" b="textAreaBottom"/>
                  <a:pathLst>
                    <a:path w="97678" h="115794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7" name="Google Shape;987;p23"/>
                <p:cNvSpPr/>
                <p:nvPr/>
              </p:nvSpPr>
              <p:spPr>
                <a:xfrm flipV="1" rot="2700000">
                  <a:off x="7330320" y="2957760"/>
                  <a:ext cx="2116440" cy="2212200"/>
                </a:xfrm>
                <a:custGeom>
                  <a:avLst/>
                  <a:gdLst>
                    <a:gd name="textAreaLeft" fmla="*/ 0 w 2116440"/>
                    <a:gd name="textAreaRight" fmla="*/ 2116800 w 2116440"/>
                    <a:gd name="textAreaTop" fmla="*/ -360 h 2212200"/>
                    <a:gd name="textAreaBottom" fmla="*/ 2212200 h 2212200"/>
                  </a:gdLst>
                  <a:ahLst/>
                  <a:cxnLst/>
                  <a:rect l="textAreaLeft" t="textAreaTop" r="textAreaRight" b="textAreaBottom"/>
                  <a:pathLst>
                    <a:path w="71320" h="7455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8" name="Google Shape;988;p23"/>
                <p:cNvSpPr/>
                <p:nvPr/>
              </p:nvSpPr>
              <p:spPr>
                <a:xfrm flipV="1" rot="2700000">
                  <a:off x="7875000" y="1615680"/>
                  <a:ext cx="2281320" cy="3703680"/>
                </a:xfrm>
                <a:custGeom>
                  <a:avLst/>
                  <a:gdLst>
                    <a:gd name="textAreaLeft" fmla="*/ 0 w 2281320"/>
                    <a:gd name="textAreaRight" fmla="*/ 2281680 w 2281320"/>
                    <a:gd name="textAreaTop" fmla="*/ 360 h 3703680"/>
                    <a:gd name="textAreaBottom" fmla="*/ 3704400 h 3703680"/>
                  </a:gdLst>
                  <a:ahLst/>
                  <a:cxnLst/>
                  <a:rect l="textAreaLeft" t="textAreaTop" r="textAreaRight" b="textAreaBottom"/>
                  <a:pathLst>
                    <a:path w="76882" h="124813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89" name="Google Shape;989;p23"/>
              <p:cNvGrpSpPr/>
              <p:nvPr/>
            </p:nvGrpSpPr>
            <p:grpSpPr>
              <a:xfrm>
                <a:off x="8066880" y="4561920"/>
                <a:ext cx="546120" cy="791640"/>
                <a:chOff x="8066880" y="4561920"/>
                <a:chExt cx="546120" cy="791640"/>
              </a:xfrm>
            </p:grpSpPr>
            <p:grpSp>
              <p:nvGrpSpPr>
                <p:cNvPr id="190" name="Google Shape;990;p23"/>
                <p:cNvGrpSpPr/>
                <p:nvPr/>
              </p:nvGrpSpPr>
              <p:grpSpPr>
                <a:xfrm>
                  <a:off x="8066880" y="4807440"/>
                  <a:ext cx="546120" cy="546120"/>
                  <a:chOff x="8066880" y="4807440"/>
                  <a:chExt cx="546120" cy="546120"/>
                </a:xfrm>
              </p:grpSpPr>
              <p:sp>
                <p:nvSpPr>
                  <p:cNvPr id="191" name="Google Shape;991;p23"/>
                  <p:cNvSpPr/>
                  <p:nvPr/>
                </p:nvSpPr>
                <p:spPr>
                  <a:xfrm flipV="1" rot="13500000">
                    <a:off x="8142480" y="4891320"/>
                    <a:ext cx="394560" cy="377640"/>
                  </a:xfrm>
                  <a:custGeom>
                    <a:avLst/>
                    <a:gdLst>
                      <a:gd name="textAreaLeft" fmla="*/ 0 w 394560"/>
                      <a:gd name="textAreaRight" fmla="*/ 394920 w 394560"/>
                      <a:gd name="textAreaTop" fmla="*/ -360 h 377640"/>
                      <a:gd name="textAreaBottom" fmla="*/ 377640 h 37764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/>
                      </a:gs>
                      <a:gs pos="18000">
                        <a:srgbClr val="F5F8FF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rgbClr val="F5F8FF"/>
                      </a:gs>
                      <a:gs pos="100000">
                        <a:srgbClr val="9900FF">
                          <a:alpha val="29000"/>
                        </a:srgbClr>
                      </a:gs>
                    </a:gsLst>
                    <a:path path="circle">
                      <a:fillToRect l="0" t="0" r="100000" b="100000"/>
                    </a:path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grpSp>
                <p:nvGrpSpPr>
                  <p:cNvPr id="192" name="Google Shape;992;p23"/>
                  <p:cNvGrpSpPr/>
                  <p:nvPr/>
                </p:nvGrpSpPr>
                <p:grpSpPr>
                  <a:xfrm>
                    <a:off x="8242560" y="4867560"/>
                    <a:ext cx="255240" cy="442800"/>
                    <a:chOff x="8242560" y="4867560"/>
                    <a:chExt cx="255240" cy="442800"/>
                  </a:xfrm>
                </p:grpSpPr>
                <p:sp>
                  <p:nvSpPr>
                    <p:cNvPr id="193" name="Google Shape;993;p23"/>
                    <p:cNvSpPr/>
                    <p:nvPr/>
                  </p:nvSpPr>
                  <p:spPr>
                    <a:xfrm flipV="1" rot="13500000">
                      <a:off x="8280000" y="509220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94" name="Google Shape;994;p23"/>
                    <p:cNvSpPr/>
                    <p:nvPr/>
                  </p:nvSpPr>
                  <p:spPr>
                    <a:xfrm flipV="1" rot="13500000">
                      <a:off x="8279640" y="504540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95" name="Google Shape;995;p23"/>
                    <p:cNvSpPr/>
                    <p:nvPr/>
                  </p:nvSpPr>
                  <p:spPr>
                    <a:xfrm flipV="1" rot="13500000">
                      <a:off x="8280000" y="49982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96" name="Google Shape;996;p23"/>
                    <p:cNvSpPr/>
                    <p:nvPr/>
                  </p:nvSpPr>
                  <p:spPr>
                    <a:xfrm flipV="1" rot="13500000">
                      <a:off x="8280000" y="49514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97" name="Google Shape;997;p23"/>
                    <p:cNvSpPr/>
                    <p:nvPr/>
                  </p:nvSpPr>
                  <p:spPr>
                    <a:xfrm flipV="1" rot="13500000">
                      <a:off x="8279640" y="49046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sp>
              <p:nvSpPr>
                <p:cNvPr id="198" name="Google Shape;998;p23"/>
                <p:cNvSpPr/>
                <p:nvPr/>
              </p:nvSpPr>
              <p:spPr>
                <a:xfrm flipV="1" rot="18900000">
                  <a:off x="8189280" y="4649760"/>
                  <a:ext cx="370800" cy="294480"/>
                </a:xfrm>
                <a:custGeom>
                  <a:avLst/>
                  <a:gdLst>
                    <a:gd name="textAreaLeft" fmla="*/ 0 w 370800"/>
                    <a:gd name="textAreaRight" fmla="*/ 371160 w 370800"/>
                    <a:gd name="textAreaTop" fmla="*/ 360 h 294480"/>
                    <a:gd name="textAreaBottom" fmla="*/ 295200 h 29448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99" name="Google Shape;999;p23"/>
              <p:cNvGrpSpPr/>
              <p:nvPr/>
            </p:nvGrpSpPr>
            <p:grpSpPr>
              <a:xfrm>
                <a:off x="8859960" y="3593160"/>
                <a:ext cx="462240" cy="676440"/>
                <a:chOff x="8859960" y="3593160"/>
                <a:chExt cx="462240" cy="676440"/>
              </a:xfrm>
            </p:grpSpPr>
            <p:grpSp>
              <p:nvGrpSpPr>
                <p:cNvPr id="200" name="Google Shape;1000;p23"/>
                <p:cNvGrpSpPr/>
                <p:nvPr/>
              </p:nvGrpSpPr>
              <p:grpSpPr>
                <a:xfrm>
                  <a:off x="8859960" y="3807360"/>
                  <a:ext cx="462240" cy="462240"/>
                  <a:chOff x="8859960" y="3807360"/>
                  <a:chExt cx="462240" cy="462240"/>
                </a:xfrm>
              </p:grpSpPr>
              <p:sp>
                <p:nvSpPr>
                  <p:cNvPr id="201" name="Google Shape;1001;p23"/>
                  <p:cNvSpPr/>
                  <p:nvPr/>
                </p:nvSpPr>
                <p:spPr>
                  <a:xfrm flipV="1" rot="13500000">
                    <a:off x="8923680" y="3878640"/>
                    <a:ext cx="334080" cy="319680"/>
                  </a:xfrm>
                  <a:custGeom>
                    <a:avLst/>
                    <a:gdLst>
                      <a:gd name="textAreaLeft" fmla="*/ 0 w 334080"/>
                      <a:gd name="textAreaRight" fmla="*/ 334440 w 334080"/>
                      <a:gd name="textAreaTop" fmla="*/ 360 h 319680"/>
                      <a:gd name="textAreaBottom" fmla="*/ 320400 h 31968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/>
                      </a:gs>
                      <a:gs pos="18000">
                        <a:srgbClr val="F5F8FF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rgbClr val="F5F8FF"/>
                      </a:gs>
                      <a:gs pos="100000">
                        <a:srgbClr val="9900FF">
                          <a:alpha val="29000"/>
                        </a:srgbClr>
                      </a:gs>
                    </a:gsLst>
                    <a:path path="circle">
                      <a:fillToRect l="0" t="0" r="100000" b="100000"/>
                    </a:path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grpSp>
                <p:nvGrpSpPr>
                  <p:cNvPr id="202" name="Google Shape;1002;p23"/>
                  <p:cNvGrpSpPr/>
                  <p:nvPr/>
                </p:nvGrpSpPr>
                <p:grpSpPr>
                  <a:xfrm>
                    <a:off x="9008640" y="3851640"/>
                    <a:ext cx="216000" cy="374760"/>
                    <a:chOff x="9008640" y="3851640"/>
                    <a:chExt cx="216000" cy="374760"/>
                  </a:xfrm>
                </p:grpSpPr>
                <p:sp>
                  <p:nvSpPr>
                    <p:cNvPr id="203" name="Google Shape;1003;p23"/>
                    <p:cNvSpPr/>
                    <p:nvPr/>
                  </p:nvSpPr>
                  <p:spPr>
                    <a:xfrm flipV="1" rot="13500000">
                      <a:off x="9040320" y="40420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76320" bIns="7632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04" name="Google Shape;1004;p23"/>
                    <p:cNvSpPr/>
                    <p:nvPr/>
                  </p:nvSpPr>
                  <p:spPr>
                    <a:xfrm flipV="1" rot="13500000">
                      <a:off x="9040320" y="40024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76320" bIns="7632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05" name="Google Shape;1005;p23"/>
                    <p:cNvSpPr/>
                    <p:nvPr/>
                  </p:nvSpPr>
                  <p:spPr>
                    <a:xfrm flipV="1" rot="13500000">
                      <a:off x="9040320" y="39628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76320" bIns="7632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06" name="Google Shape;1006;p23"/>
                    <p:cNvSpPr/>
                    <p:nvPr/>
                  </p:nvSpPr>
                  <p:spPr>
                    <a:xfrm flipV="1" rot="13500000">
                      <a:off x="9040320" y="39232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76320" bIns="7632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07" name="Google Shape;1007;p23"/>
                    <p:cNvSpPr/>
                    <p:nvPr/>
                  </p:nvSpPr>
                  <p:spPr>
                    <a:xfrm flipV="1" rot="13500000">
                      <a:off x="9040320" y="388332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76320" bIns="7632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sp>
              <p:nvSpPr>
                <p:cNvPr id="208" name="Google Shape;1008;p23"/>
                <p:cNvSpPr/>
                <p:nvPr/>
              </p:nvSpPr>
              <p:spPr>
                <a:xfrm flipV="1" rot="18900000">
                  <a:off x="8963640" y="3667680"/>
                  <a:ext cx="314280" cy="24912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360 h 249120"/>
                    <a:gd name="textAreaBottom" fmla="*/ 249840 h 24912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209" name="Google Shape;1009;p23"/>
              <p:cNvGrpSpPr/>
              <p:nvPr/>
            </p:nvGrpSpPr>
            <p:grpSpPr>
              <a:xfrm>
                <a:off x="8818200" y="4057560"/>
                <a:ext cx="546120" cy="791640"/>
                <a:chOff x="8818200" y="4057560"/>
                <a:chExt cx="546120" cy="791640"/>
              </a:xfrm>
            </p:grpSpPr>
            <p:grpSp>
              <p:nvGrpSpPr>
                <p:cNvPr id="210" name="Google Shape;1010;p23"/>
                <p:cNvGrpSpPr/>
                <p:nvPr/>
              </p:nvGrpSpPr>
              <p:grpSpPr>
                <a:xfrm>
                  <a:off x="8818200" y="4303080"/>
                  <a:ext cx="546120" cy="546120"/>
                  <a:chOff x="8818200" y="4303080"/>
                  <a:chExt cx="546120" cy="546120"/>
                </a:xfrm>
              </p:grpSpPr>
              <p:sp>
                <p:nvSpPr>
                  <p:cNvPr id="211" name="Google Shape;1011;p23"/>
                  <p:cNvSpPr/>
                  <p:nvPr/>
                </p:nvSpPr>
                <p:spPr>
                  <a:xfrm flipV="1" rot="13500000">
                    <a:off x="8893800" y="4386960"/>
                    <a:ext cx="394560" cy="377640"/>
                  </a:xfrm>
                  <a:custGeom>
                    <a:avLst/>
                    <a:gdLst>
                      <a:gd name="textAreaLeft" fmla="*/ 0 w 394560"/>
                      <a:gd name="textAreaRight" fmla="*/ 394920 w 394560"/>
                      <a:gd name="textAreaTop" fmla="*/ -360 h 377640"/>
                      <a:gd name="textAreaBottom" fmla="*/ 377640 h 37764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/>
                      </a:gs>
                      <a:gs pos="18000">
                        <a:srgbClr val="F5F8FF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rgbClr val="F5F8FF"/>
                      </a:gs>
                      <a:gs pos="100000">
                        <a:srgbClr val="9900FF">
                          <a:alpha val="29000"/>
                        </a:srgbClr>
                      </a:gs>
                    </a:gsLst>
                    <a:path path="circle">
                      <a:fillToRect l="0" t="0" r="100000" b="100000"/>
                    </a:path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grpSp>
                <p:nvGrpSpPr>
                  <p:cNvPr id="212" name="Google Shape;1012;p23"/>
                  <p:cNvGrpSpPr/>
                  <p:nvPr/>
                </p:nvGrpSpPr>
                <p:grpSpPr>
                  <a:xfrm>
                    <a:off x="8993880" y="4363200"/>
                    <a:ext cx="255240" cy="442800"/>
                    <a:chOff x="8993880" y="4363200"/>
                    <a:chExt cx="255240" cy="442800"/>
                  </a:xfrm>
                </p:grpSpPr>
                <p:sp>
                  <p:nvSpPr>
                    <p:cNvPr id="213" name="Google Shape;1013;p23"/>
                    <p:cNvSpPr/>
                    <p:nvPr/>
                  </p:nvSpPr>
                  <p:spPr>
                    <a:xfrm flipV="1" rot="13500000">
                      <a:off x="9031320" y="45878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14" name="Google Shape;1014;p23"/>
                    <p:cNvSpPr/>
                    <p:nvPr/>
                  </p:nvSpPr>
                  <p:spPr>
                    <a:xfrm flipV="1" rot="13500000">
                      <a:off x="9030960" y="45410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15" name="Google Shape;1015;p23"/>
                    <p:cNvSpPr/>
                    <p:nvPr/>
                  </p:nvSpPr>
                  <p:spPr>
                    <a:xfrm flipV="1" rot="13500000">
                      <a:off x="9031320" y="449388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16" name="Google Shape;1016;p23"/>
                    <p:cNvSpPr/>
                    <p:nvPr/>
                  </p:nvSpPr>
                  <p:spPr>
                    <a:xfrm flipV="1" rot="13500000">
                      <a:off x="9031320" y="444708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17" name="Google Shape;1017;p23"/>
                    <p:cNvSpPr/>
                    <p:nvPr/>
                  </p:nvSpPr>
                  <p:spPr>
                    <a:xfrm flipV="1" rot="13500000">
                      <a:off x="9030960" y="440028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sp>
              <p:nvSpPr>
                <p:cNvPr id="218" name="Google Shape;1018;p23"/>
                <p:cNvSpPr/>
                <p:nvPr/>
              </p:nvSpPr>
              <p:spPr>
                <a:xfrm flipV="1" rot="18900000">
                  <a:off x="8940600" y="4145400"/>
                  <a:ext cx="370800" cy="294480"/>
                </a:xfrm>
                <a:custGeom>
                  <a:avLst/>
                  <a:gdLst>
                    <a:gd name="textAreaLeft" fmla="*/ 0 w 370800"/>
                    <a:gd name="textAreaRight" fmla="*/ 371160 w 370800"/>
                    <a:gd name="textAreaTop" fmla="*/ 360 h 294480"/>
                    <a:gd name="textAreaBottom" fmla="*/ 295200 h 29448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219" name="Google Shape;1019;p23"/>
              <p:cNvGrpSpPr/>
              <p:nvPr/>
            </p:nvGrpSpPr>
            <p:grpSpPr>
              <a:xfrm>
                <a:off x="8139600" y="3937320"/>
                <a:ext cx="1470960" cy="1988280"/>
                <a:chOff x="8139600" y="3937320"/>
                <a:chExt cx="1470960" cy="1988280"/>
              </a:xfrm>
            </p:grpSpPr>
            <p:sp>
              <p:nvSpPr>
                <p:cNvPr id="220" name="Google Shape;1020;p23"/>
                <p:cNvSpPr/>
                <p:nvPr/>
              </p:nvSpPr>
              <p:spPr>
                <a:xfrm flipV="1" rot="13500000">
                  <a:off x="8343720" y="4163760"/>
                  <a:ext cx="1062360" cy="1017720"/>
                </a:xfrm>
                <a:custGeom>
                  <a:avLst/>
                  <a:gdLst>
                    <a:gd name="textAreaLeft" fmla="*/ 0 w 1062360"/>
                    <a:gd name="textAreaRight" fmla="*/ 1062720 w 1062360"/>
                    <a:gd name="textAreaTop" fmla="*/ -360 h 1017720"/>
                    <a:gd name="textAreaBottom" fmla="*/ 1017720 h 10177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1" name="Google Shape;1021;p23"/>
                <p:cNvSpPr/>
                <p:nvPr/>
              </p:nvSpPr>
              <p:spPr>
                <a:xfrm flipV="1" rot="13500000">
                  <a:off x="8343720" y="4681080"/>
                  <a:ext cx="1062360" cy="1017720"/>
                </a:xfrm>
                <a:custGeom>
                  <a:avLst/>
                  <a:gdLst>
                    <a:gd name="textAreaLeft" fmla="*/ 0 w 1062360"/>
                    <a:gd name="textAreaRight" fmla="*/ 1062720 w 1062360"/>
                    <a:gd name="textAreaTop" fmla="*/ -360 h 1017720"/>
                    <a:gd name="textAreaBottom" fmla="*/ 1017720 h 10177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22" name="Google Shape;1022;p23"/>
            <p:cNvGrpSpPr/>
            <p:nvPr/>
          </p:nvGrpSpPr>
          <p:grpSpPr>
            <a:xfrm>
              <a:off x="9068040" y="1968120"/>
              <a:ext cx="438840" cy="438840"/>
              <a:chOff x="9068040" y="1968120"/>
              <a:chExt cx="438840" cy="438840"/>
            </a:xfrm>
          </p:grpSpPr>
          <p:sp>
            <p:nvSpPr>
              <p:cNvPr id="223" name="Google Shape;1023;p23"/>
              <p:cNvSpPr/>
              <p:nvPr/>
            </p:nvSpPr>
            <p:spPr>
              <a:xfrm flipV="1" rot="5400000">
                <a:off x="9068040" y="196776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-360 h 438840"/>
                  <a:gd name="textAreaBottom" fmla="*/ 43884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" name="Google Shape;1024;p23"/>
              <p:cNvSpPr/>
              <p:nvPr/>
            </p:nvSpPr>
            <p:spPr>
              <a:xfrm flipV="1" rot="5400000">
                <a:off x="9156600" y="206784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-360 h 239400"/>
                  <a:gd name="textAreaBottom" fmla="*/ 23940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225" name="Google Shape;1025;p23"/>
          <p:cNvPicPr/>
          <p:nvPr/>
        </p:nvPicPr>
        <p:blipFill>
          <a:blip r:embed="rId3"/>
          <a:stretch/>
        </p:blipFill>
        <p:spPr>
          <a:xfrm rot="5400000">
            <a:off x="-1432440" y="882720"/>
            <a:ext cx="2441520" cy="1863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26" name="Google Shape;1026;p23"/>
          <p:cNvGrpSpPr/>
          <p:nvPr/>
        </p:nvGrpSpPr>
        <p:grpSpPr>
          <a:xfrm>
            <a:off x="6045840" y="238320"/>
            <a:ext cx="4558680" cy="133920"/>
            <a:chOff x="6045840" y="238320"/>
            <a:chExt cx="4558680" cy="133920"/>
          </a:xfrm>
        </p:grpSpPr>
        <p:sp>
          <p:nvSpPr>
            <p:cNvPr id="227" name="Google Shape;1027;p23"/>
            <p:cNvSpPr/>
            <p:nvPr/>
          </p:nvSpPr>
          <p:spPr>
            <a:xfrm rot="10800000">
              <a:off x="6045840" y="238320"/>
              <a:ext cx="133920" cy="133920"/>
            </a:xfrm>
            <a:prstGeom prst="ellipse">
              <a:avLst/>
            </a:prstGeom>
            <a:noFill/>
            <a:ln w="9360">
              <a:solidFill>
                <a:schemeClr val="dk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7520" bIns="4752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28" name="Google Shape;1028;p23"/>
            <p:cNvCxnSpPr/>
            <p:nvPr/>
          </p:nvCxnSpPr>
          <p:spPr>
            <a:xfrm flipH="1">
              <a:off x="6141600" y="304920"/>
              <a:ext cx="4463280" cy="360"/>
            </a:xfrm>
            <a:prstGeom prst="straightConnector1">
              <a:avLst/>
            </a:prstGeom>
            <a:ln w="9360">
              <a:solidFill>
                <a:schemeClr val="dk2"/>
              </a:solidFill>
              <a:round/>
            </a:ln>
          </p:spPr>
        </p:cxnSp>
        <p:sp>
          <p:nvSpPr>
            <p:cNvPr id="229" name="Google Shape;1029;p23"/>
            <p:cNvSpPr/>
            <p:nvPr/>
          </p:nvSpPr>
          <p:spPr>
            <a:xfrm rot="10800000">
              <a:off x="6076080" y="26856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endParaRPr lang="en-GB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0" name="Google Shape;1030;p23"/>
          <p:cNvGrpSpPr/>
          <p:nvPr/>
        </p:nvGrpSpPr>
        <p:grpSpPr>
          <a:xfrm>
            <a:off x="-1143720" y="3925800"/>
            <a:ext cx="4558680" cy="1517760"/>
            <a:chOff x="-1143720" y="3925800"/>
            <a:chExt cx="4558680" cy="1517760"/>
          </a:xfrm>
        </p:grpSpPr>
        <p:grpSp>
          <p:nvGrpSpPr>
            <p:cNvPr id="231" name="Google Shape;1031;p23"/>
            <p:cNvGrpSpPr/>
            <p:nvPr/>
          </p:nvGrpSpPr>
          <p:grpSpPr>
            <a:xfrm>
              <a:off x="-500040" y="3925800"/>
              <a:ext cx="906480" cy="1517760"/>
              <a:chOff x="-500040" y="3925800"/>
              <a:chExt cx="906480" cy="1517760"/>
            </a:xfrm>
          </p:grpSpPr>
          <p:sp>
            <p:nvSpPr>
              <p:cNvPr id="232" name="Google Shape;1032;p23"/>
              <p:cNvSpPr/>
              <p:nvPr/>
            </p:nvSpPr>
            <p:spPr>
              <a:xfrm rot="5400000">
                <a:off x="-221760" y="393804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Google Shape;1033;p23"/>
              <p:cNvSpPr/>
              <p:nvPr/>
            </p:nvSpPr>
            <p:spPr>
              <a:xfrm rot="5400000">
                <a:off x="-41760" y="4511160"/>
                <a:ext cx="339840" cy="325440"/>
              </a:xfrm>
              <a:custGeom>
                <a:avLst/>
                <a:gdLst>
                  <a:gd name="textAreaLeft" fmla="*/ 0 w 339840"/>
                  <a:gd name="textAreaRight" fmla="*/ 340200 w 339840"/>
                  <a:gd name="textAreaTop" fmla="*/ 0 h 325440"/>
                  <a:gd name="textAreaBottom" fmla="*/ 325800 h 32544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Google Shape;1034;p23"/>
              <p:cNvSpPr/>
              <p:nvPr/>
            </p:nvSpPr>
            <p:spPr>
              <a:xfrm rot="5400000">
                <a:off x="-512280" y="439560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5" name="Google Shape;1035;p23"/>
              <p:cNvSpPr/>
              <p:nvPr/>
            </p:nvSpPr>
            <p:spPr>
              <a:xfrm rot="5400000">
                <a:off x="-162720" y="487404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6" name="Google Shape;1036;p23"/>
            <p:cNvGrpSpPr/>
            <p:nvPr/>
          </p:nvGrpSpPr>
          <p:grpSpPr>
            <a:xfrm>
              <a:off x="-549360" y="4022640"/>
              <a:ext cx="2832840" cy="1420560"/>
              <a:chOff x="-549360" y="4022640"/>
              <a:chExt cx="2832840" cy="1420560"/>
            </a:xfrm>
          </p:grpSpPr>
          <p:sp>
            <p:nvSpPr>
              <p:cNvPr id="237" name="Google Shape;1037;p23"/>
              <p:cNvSpPr/>
              <p:nvPr/>
            </p:nvSpPr>
            <p:spPr>
              <a:xfrm rot="5400000">
                <a:off x="156600" y="331632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238" name="Google Shape;1038;p23"/>
              <p:cNvGrpSpPr/>
              <p:nvPr/>
            </p:nvGrpSpPr>
            <p:grpSpPr>
              <a:xfrm>
                <a:off x="444960" y="4569840"/>
                <a:ext cx="161640" cy="161640"/>
                <a:chOff x="444960" y="4569840"/>
                <a:chExt cx="161640" cy="161640"/>
              </a:xfrm>
            </p:grpSpPr>
            <p:sp>
              <p:nvSpPr>
                <p:cNvPr id="239" name="Google Shape;1039;p23"/>
                <p:cNvSpPr/>
                <p:nvPr/>
              </p:nvSpPr>
              <p:spPr>
                <a:xfrm>
                  <a:off x="444960" y="456984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81000" bIns="8100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40" name="Google Shape;1040;p23"/>
                <p:cNvSpPr/>
                <p:nvPr/>
              </p:nvSpPr>
              <p:spPr>
                <a:xfrm>
                  <a:off x="477720" y="460656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4280" bIns="4428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241" name="Google Shape;1041;p23"/>
              <p:cNvGrpSpPr/>
              <p:nvPr/>
            </p:nvGrpSpPr>
            <p:grpSpPr>
              <a:xfrm>
                <a:off x="1827720" y="4988520"/>
                <a:ext cx="161640" cy="161640"/>
                <a:chOff x="1827720" y="4988520"/>
                <a:chExt cx="161640" cy="161640"/>
              </a:xfrm>
            </p:grpSpPr>
            <p:sp>
              <p:nvSpPr>
                <p:cNvPr id="242" name="Google Shape;1042;p23"/>
                <p:cNvSpPr/>
                <p:nvPr/>
              </p:nvSpPr>
              <p:spPr>
                <a:xfrm rot="10800000">
                  <a:off x="1827720" y="498852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81000" bIns="8100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43" name="Google Shape;1043;p23"/>
                <p:cNvSpPr/>
                <p:nvPr/>
              </p:nvSpPr>
              <p:spPr>
                <a:xfrm rot="10800000">
                  <a:off x="1860480" y="502488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4280" bIns="4428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sp>
          <p:nvSpPr>
            <p:cNvPr id="244" name="Google Shape;1044;p23"/>
            <p:cNvSpPr/>
            <p:nvPr/>
          </p:nvSpPr>
          <p:spPr>
            <a:xfrm rot="16200000">
              <a:off x="362160" y="3772800"/>
              <a:ext cx="502560" cy="2327400"/>
            </a:xfrm>
            <a:custGeom>
              <a:avLst/>
              <a:gdLst>
                <a:gd name="textAreaLeft" fmla="*/ 0 w 502560"/>
                <a:gd name="textAreaRight" fmla="*/ 502920 w 502560"/>
                <a:gd name="textAreaTop" fmla="*/ 0 h 2327400"/>
                <a:gd name="textAreaBottom" fmla="*/ 2327760 h 2327400"/>
              </a:gdLst>
              <a:ahLst/>
              <a:cxnLst/>
              <a:rect l="textAreaLeft" t="textAreaTop" r="textAreaRight" b="textAreaBottom"/>
              <a:pathLst>
                <a:path w="12266" h="56755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162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5" name="Google Shape;1045;p23"/>
            <p:cNvGrpSpPr/>
            <p:nvPr/>
          </p:nvGrpSpPr>
          <p:grpSpPr>
            <a:xfrm>
              <a:off x="-1143720" y="4817880"/>
              <a:ext cx="4558680" cy="133920"/>
              <a:chOff x="-1143720" y="4817880"/>
              <a:chExt cx="4558680" cy="133920"/>
            </a:xfrm>
          </p:grpSpPr>
          <p:sp>
            <p:nvSpPr>
              <p:cNvPr id="246" name="Google Shape;1046;p23"/>
              <p:cNvSpPr/>
              <p:nvPr/>
            </p:nvSpPr>
            <p:spPr>
              <a:xfrm>
                <a:off x="3281040" y="4817880"/>
                <a:ext cx="133920" cy="133920"/>
              </a:xfrm>
              <a:prstGeom prst="ellipse">
                <a:avLst/>
              </a:prstGeom>
              <a:noFill/>
              <a:ln w="9360">
                <a:solidFill>
                  <a:schemeClr val="dk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520" bIns="4752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247" name="Google Shape;1047;p23"/>
              <p:cNvCxnSpPr/>
              <p:nvPr/>
            </p:nvCxnSpPr>
            <p:spPr>
              <a:xfrm>
                <a:off x="-1143720" y="4884480"/>
                <a:ext cx="4462920" cy="360"/>
              </a:xfrm>
              <a:prstGeom prst="straightConnector1">
                <a:avLst/>
              </a:prstGeom>
              <a:ln w="9360">
                <a:solidFill>
                  <a:schemeClr val="dk2"/>
                </a:solidFill>
                <a:round/>
              </a:ln>
            </p:spPr>
          </p:cxnSp>
          <p:sp>
            <p:nvSpPr>
              <p:cNvPr id="248" name="Google Shape;1048;p23"/>
              <p:cNvSpPr/>
              <p:nvPr/>
            </p:nvSpPr>
            <p:spPr>
              <a:xfrm>
                <a:off x="3311280" y="484776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endParaRPr lang="en-GB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title"/>
          </p:nvPr>
        </p:nvSpPr>
        <p:spPr>
          <a:xfrm>
            <a:off x="720000" y="1344600"/>
            <a:ext cx="10573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115000"/>
              </a:lnSpc>
              <a:buNone/>
              <a:defRPr lang="en-GB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defRPr>
            </a:lvl1pPr>
          </a:lstStyle>
          <a:p>
            <a:pPr indent="0" algn="l">
              <a:lnSpc>
                <a:spcPct val="115000"/>
              </a:lnSpc>
              <a:buNone/>
            </a:pPr>
            <a:r>
              <a:rPr lang="en-GB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title"/>
          </p:nvPr>
        </p:nvSpPr>
        <p:spPr>
          <a:xfrm>
            <a:off x="720000" y="3040920"/>
            <a:ext cx="10573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115000"/>
              </a:lnSpc>
              <a:buNone/>
              <a:defRPr lang="en-GB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defRPr>
            </a:lvl1pPr>
          </a:lstStyle>
          <a:p>
            <a:pPr indent="0" algn="l">
              <a:lnSpc>
                <a:spcPct val="115000"/>
              </a:lnSpc>
              <a:buNone/>
            </a:pPr>
            <a:r>
              <a:rPr lang="en-GB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 type="title"/>
          </p:nvPr>
        </p:nvSpPr>
        <p:spPr>
          <a:xfrm>
            <a:off x="4366800" y="1344600"/>
            <a:ext cx="10573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115000"/>
              </a:lnSpc>
              <a:buNone/>
              <a:defRPr lang="en-GB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defRPr>
            </a:lvl1pPr>
          </a:lstStyle>
          <a:p>
            <a:pPr indent="0" algn="l">
              <a:lnSpc>
                <a:spcPct val="115000"/>
              </a:lnSpc>
              <a:buNone/>
            </a:pPr>
            <a:r>
              <a:rPr lang="en-GB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5"/>
          <p:cNvSpPr>
            <a:spLocks noGrp="1"/>
          </p:cNvSpPr>
          <p:nvPr>
            <p:ph type="title"/>
          </p:nvPr>
        </p:nvSpPr>
        <p:spPr>
          <a:xfrm>
            <a:off x="4366800" y="3040920"/>
            <a:ext cx="10573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115000"/>
              </a:lnSpc>
              <a:buNone/>
              <a:defRPr lang="en-GB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defRPr>
            </a:lvl1pPr>
          </a:lstStyle>
          <a:p>
            <a:pPr indent="0" algn="l">
              <a:lnSpc>
                <a:spcPct val="115000"/>
              </a:lnSpc>
              <a:buNone/>
            </a:pPr>
            <a:r>
              <a:rPr lang="en-GB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5" name="Google Shape;508;p13"/>
          <p:cNvGrpSpPr/>
          <p:nvPr/>
        </p:nvGrpSpPr>
        <p:grpSpPr>
          <a:xfrm>
            <a:off x="-693000" y="2711880"/>
            <a:ext cx="1981440" cy="3308400"/>
            <a:chOff x="-693000" y="2711880"/>
            <a:chExt cx="1981440" cy="3308400"/>
          </a:xfrm>
        </p:grpSpPr>
        <p:sp>
          <p:nvSpPr>
            <p:cNvPr id="256" name="Google Shape;509;p13"/>
            <p:cNvSpPr/>
            <p:nvPr/>
          </p:nvSpPr>
          <p:spPr>
            <a:xfrm flipH="1">
              <a:off x="-504720" y="4279320"/>
              <a:ext cx="1139040" cy="986400"/>
            </a:xfrm>
            <a:custGeom>
              <a:avLst/>
              <a:gdLst>
                <a:gd name="textAreaLeft" fmla="*/ 360 w 1139040"/>
                <a:gd name="textAreaRight" fmla="*/ 1139760 w 1139040"/>
                <a:gd name="textAreaTop" fmla="*/ 0 h 986400"/>
                <a:gd name="textAreaBottom" fmla="*/ 986760 h 986400"/>
              </a:gdLst>
              <a:ahLst/>
              <a:cxnLst/>
              <a:rect l="textAreaLeft" t="textAreaTop" r="textAreaRight" b="textAreaBottom"/>
              <a:pathLst>
                <a:path w="51285" h="44413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 rotWithShape="0">
              <a:gsLst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80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57" name="Google Shape;510;p13"/>
            <p:cNvGrpSpPr/>
            <p:nvPr/>
          </p:nvGrpSpPr>
          <p:grpSpPr>
            <a:xfrm>
              <a:off x="171000" y="4682160"/>
              <a:ext cx="327960" cy="328320"/>
              <a:chOff x="171000" y="4682160"/>
              <a:chExt cx="327960" cy="328320"/>
            </a:xfrm>
          </p:grpSpPr>
          <p:sp>
            <p:nvSpPr>
              <p:cNvPr id="258" name="Google Shape;511;p13"/>
              <p:cNvSpPr/>
              <p:nvPr/>
            </p:nvSpPr>
            <p:spPr>
              <a:xfrm>
                <a:off x="171000" y="468216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960" bIns="579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9" name="Google Shape;512;p13"/>
              <p:cNvSpPr/>
              <p:nvPr/>
            </p:nvSpPr>
            <p:spPr>
              <a:xfrm>
                <a:off x="206280" y="471780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960" bIns="579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0" name="Google Shape;513;p13"/>
              <p:cNvSpPr/>
              <p:nvPr/>
            </p:nvSpPr>
            <p:spPr>
              <a:xfrm>
                <a:off x="241920" y="475308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960" bIns="579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1" name="Google Shape;514;p13"/>
              <p:cNvSpPr/>
              <p:nvPr/>
            </p:nvSpPr>
            <p:spPr>
              <a:xfrm>
                <a:off x="277200" y="4788720"/>
                <a:ext cx="115560" cy="11520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200"/>
                  <a:gd name="textAreaBottom" fmla="*/ 115560 h 11520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600" bIns="5760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2" name="Google Shape;515;p13"/>
              <p:cNvSpPr/>
              <p:nvPr/>
            </p:nvSpPr>
            <p:spPr>
              <a:xfrm>
                <a:off x="312840" y="482400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960" bIns="579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3" name="Google Shape;516;p13"/>
              <p:cNvSpPr/>
              <p:nvPr/>
            </p:nvSpPr>
            <p:spPr>
              <a:xfrm>
                <a:off x="348480" y="4859640"/>
                <a:ext cx="115200" cy="115200"/>
              </a:xfrm>
              <a:custGeom>
                <a:avLst/>
                <a:gdLst>
                  <a:gd name="textAreaLeft" fmla="*/ 0 w 115200"/>
                  <a:gd name="textAreaRight" fmla="*/ 115560 w 115200"/>
                  <a:gd name="textAreaTop" fmla="*/ 0 h 115200"/>
                  <a:gd name="textAreaBottom" fmla="*/ 115560 h 11520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600" bIns="5760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4" name="Google Shape;517;p13"/>
              <p:cNvSpPr/>
              <p:nvPr/>
            </p:nvSpPr>
            <p:spPr>
              <a:xfrm>
                <a:off x="383400" y="489492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960" bIns="579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65" name="Google Shape;518;p13"/>
            <p:cNvGrpSpPr/>
            <p:nvPr/>
          </p:nvGrpSpPr>
          <p:grpSpPr>
            <a:xfrm>
              <a:off x="-693000" y="2711880"/>
              <a:ext cx="1116720" cy="1598040"/>
              <a:chOff x="-693000" y="2711880"/>
              <a:chExt cx="1116720" cy="1598040"/>
            </a:xfrm>
          </p:grpSpPr>
          <p:sp>
            <p:nvSpPr>
              <p:cNvPr id="266" name="Google Shape;519;p13"/>
              <p:cNvSpPr/>
              <p:nvPr/>
            </p:nvSpPr>
            <p:spPr>
              <a:xfrm rot="9000000">
                <a:off x="-283680" y="2659320"/>
                <a:ext cx="246600" cy="170280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702800"/>
                  <a:gd name="textAreaBottom" fmla="*/ 1703160 h 170280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267" name="Google Shape;520;p13"/>
              <p:cNvGrpSpPr/>
              <p:nvPr/>
            </p:nvGrpSpPr>
            <p:grpSpPr>
              <a:xfrm>
                <a:off x="290160" y="4120920"/>
                <a:ext cx="133560" cy="133560"/>
                <a:chOff x="290160" y="4120920"/>
                <a:chExt cx="133560" cy="133560"/>
              </a:xfrm>
            </p:grpSpPr>
            <p:sp>
              <p:nvSpPr>
                <p:cNvPr id="268" name="Google Shape;521;p13"/>
                <p:cNvSpPr/>
                <p:nvPr/>
              </p:nvSpPr>
              <p:spPr>
                <a:xfrm>
                  <a:off x="290160" y="4120920"/>
                  <a:ext cx="133560" cy="13356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33560"/>
                    <a:gd name="textAreaBottom" fmla="*/ 133920 h 13356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dist="9220" dir="2319588" blurRad="42840" rotWithShape="0">
                    <a:srgbClr val="EB9109"/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66960" bIns="6696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69" name="Google Shape;522;p13"/>
                <p:cNvSpPr/>
                <p:nvPr/>
              </p:nvSpPr>
              <p:spPr>
                <a:xfrm>
                  <a:off x="317160" y="4151520"/>
                  <a:ext cx="79920" cy="7272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72720"/>
                    <a:gd name="textAreaBottom" fmla="*/ 73080 h 7272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dist="9220" dir="2319588" blurRad="42840" rotWithShape="0">
                    <a:srgbClr val="EB9109"/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6360" bIns="3636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70" name="Google Shape;523;p13"/>
            <p:cNvGrpSpPr/>
            <p:nvPr/>
          </p:nvGrpSpPr>
          <p:grpSpPr>
            <a:xfrm>
              <a:off x="-132840" y="3610800"/>
              <a:ext cx="363960" cy="1786680"/>
              <a:chOff x="-132840" y="3610800"/>
              <a:chExt cx="363960" cy="1786680"/>
            </a:xfrm>
          </p:grpSpPr>
          <p:sp>
            <p:nvSpPr>
              <p:cNvPr id="271" name="Google Shape;524;p13"/>
              <p:cNvSpPr/>
              <p:nvPr/>
            </p:nvSpPr>
            <p:spPr>
              <a:xfrm rot="21519000">
                <a:off x="-35280" y="3691800"/>
                <a:ext cx="246600" cy="170280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702800"/>
                  <a:gd name="textAreaBottom" fmla="*/ 1703160 h 170280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272" name="Google Shape;525;p13"/>
              <p:cNvGrpSpPr/>
              <p:nvPr/>
            </p:nvGrpSpPr>
            <p:grpSpPr>
              <a:xfrm>
                <a:off x="-132840" y="3610800"/>
                <a:ext cx="181440" cy="181080"/>
                <a:chOff x="-132840" y="3610800"/>
                <a:chExt cx="181440" cy="181080"/>
              </a:xfrm>
            </p:grpSpPr>
            <p:sp>
              <p:nvSpPr>
                <p:cNvPr id="273" name="Google Shape;526;p13"/>
                <p:cNvSpPr/>
                <p:nvPr/>
              </p:nvSpPr>
              <p:spPr>
                <a:xfrm rot="12519000">
                  <a:off x="-108720" y="3634200"/>
                  <a:ext cx="133560" cy="13356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33560"/>
                    <a:gd name="textAreaBottom" fmla="*/ 133920 h 13356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dist="9220" dir="2319588" blurRad="42840" rotWithShape="0">
                    <a:srgbClr val="EB9109"/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66960" bIns="6696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74" name="Google Shape;527;p13"/>
                <p:cNvSpPr/>
                <p:nvPr/>
              </p:nvSpPr>
              <p:spPr>
                <a:xfrm rot="12519000">
                  <a:off x="-81720" y="3664440"/>
                  <a:ext cx="79920" cy="7272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72720"/>
                    <a:gd name="textAreaBottom" fmla="*/ 73080 h 7272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dist="9220" dir="2319588" blurRad="42840" rotWithShape="0">
                    <a:srgbClr val="EB9109"/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6360" bIns="3636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75" name="Google Shape;528;p13"/>
            <p:cNvGrpSpPr/>
            <p:nvPr/>
          </p:nvGrpSpPr>
          <p:grpSpPr>
            <a:xfrm>
              <a:off x="171720" y="4422600"/>
              <a:ext cx="1116720" cy="1597680"/>
              <a:chOff x="171720" y="4422600"/>
              <a:chExt cx="1116720" cy="1597680"/>
            </a:xfrm>
          </p:grpSpPr>
          <p:sp>
            <p:nvSpPr>
              <p:cNvPr id="276" name="Google Shape;529;p13"/>
              <p:cNvSpPr/>
              <p:nvPr/>
            </p:nvSpPr>
            <p:spPr>
              <a:xfrm rot="19800000">
                <a:off x="632520" y="4369680"/>
                <a:ext cx="246600" cy="170280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702800"/>
                  <a:gd name="textAreaBottom" fmla="*/ 1703160 h 170280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277" name="Google Shape;530;p13"/>
              <p:cNvGrpSpPr/>
              <p:nvPr/>
            </p:nvGrpSpPr>
            <p:grpSpPr>
              <a:xfrm>
                <a:off x="171720" y="4478040"/>
                <a:ext cx="133560" cy="133560"/>
                <a:chOff x="171720" y="4478040"/>
                <a:chExt cx="133560" cy="133560"/>
              </a:xfrm>
            </p:grpSpPr>
            <p:sp>
              <p:nvSpPr>
                <p:cNvPr id="278" name="Google Shape;531;p13"/>
                <p:cNvSpPr/>
                <p:nvPr/>
              </p:nvSpPr>
              <p:spPr>
                <a:xfrm rot="10800000">
                  <a:off x="171720" y="4478040"/>
                  <a:ext cx="133560" cy="13356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33560"/>
                    <a:gd name="textAreaBottom" fmla="*/ 133920 h 13356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dist="9220" dir="2319588" blurRad="42840" rotWithShape="0">
                    <a:srgbClr val="EB9109"/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66960" bIns="6696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79" name="Google Shape;532;p13"/>
                <p:cNvSpPr/>
                <p:nvPr/>
              </p:nvSpPr>
              <p:spPr>
                <a:xfrm rot="10800000">
                  <a:off x="198360" y="4508280"/>
                  <a:ext cx="79920" cy="7272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72720"/>
                    <a:gd name="textAreaBottom" fmla="*/ 73080 h 7272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dist="9220" dir="2319588" blurRad="42840" rotWithShape="0">
                    <a:srgbClr val="EB9109"/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6360" bIns="3636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280" name="Google Shape;533;p13"/>
          <p:cNvGrpSpPr/>
          <p:nvPr/>
        </p:nvGrpSpPr>
        <p:grpSpPr>
          <a:xfrm>
            <a:off x="6471000" y="-1724760"/>
            <a:ext cx="4026960" cy="4161240"/>
            <a:chOff x="6471000" y="-1724760"/>
            <a:chExt cx="4026960" cy="4161240"/>
          </a:xfrm>
        </p:grpSpPr>
        <p:grpSp>
          <p:nvGrpSpPr>
            <p:cNvPr id="281" name="Google Shape;534;p13"/>
            <p:cNvGrpSpPr/>
            <p:nvPr/>
          </p:nvGrpSpPr>
          <p:grpSpPr>
            <a:xfrm>
              <a:off x="6576120" y="-1724760"/>
              <a:ext cx="3921840" cy="4161240"/>
              <a:chOff x="6576120" y="-1724760"/>
              <a:chExt cx="3921840" cy="4161240"/>
            </a:xfrm>
          </p:grpSpPr>
          <p:sp>
            <p:nvSpPr>
              <p:cNvPr id="282" name="Google Shape;535;p13"/>
              <p:cNvSpPr/>
              <p:nvPr/>
            </p:nvSpPr>
            <p:spPr>
              <a:xfrm flipV="1" rot="8100000">
                <a:off x="7268040" y="-1267920"/>
                <a:ext cx="2538000" cy="3008520"/>
              </a:xfrm>
              <a:custGeom>
                <a:avLst/>
                <a:gdLst>
                  <a:gd name="textAreaLeft" fmla="*/ 0 w 2538000"/>
                  <a:gd name="textAreaRight" fmla="*/ 2538360 w 2538000"/>
                  <a:gd name="textAreaTop" fmla="*/ -360 h 3008520"/>
                  <a:gd name="textAreaBottom" fmla="*/ 3008520 h 30085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3" name="Google Shape;536;p13"/>
              <p:cNvSpPr/>
              <p:nvPr/>
            </p:nvSpPr>
            <p:spPr>
              <a:xfrm flipV="1" rot="8100000">
                <a:off x="7034760" y="-941400"/>
                <a:ext cx="1852560" cy="1936800"/>
              </a:xfrm>
              <a:custGeom>
                <a:avLst/>
                <a:gdLst>
                  <a:gd name="textAreaLeft" fmla="*/ 0 w 1852560"/>
                  <a:gd name="textAreaRight" fmla="*/ 1852920 w 1852560"/>
                  <a:gd name="textAreaTop" fmla="*/ 360 h 1936800"/>
                  <a:gd name="textAreaBottom" fmla="*/ 1937520 h 193680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4" name="Google Shape;537;p13"/>
              <p:cNvSpPr/>
              <p:nvPr/>
            </p:nvSpPr>
            <p:spPr>
              <a:xfrm flipV="1" rot="8100000">
                <a:off x="7483680" y="-1037520"/>
                <a:ext cx="1997640" cy="3242880"/>
              </a:xfrm>
              <a:custGeom>
                <a:avLst/>
                <a:gdLst>
                  <a:gd name="textAreaLeft" fmla="*/ 0 w 1997640"/>
                  <a:gd name="textAreaRight" fmla="*/ 1998000 w 1997640"/>
                  <a:gd name="textAreaTop" fmla="*/ 360 h 3242880"/>
                  <a:gd name="textAreaBottom" fmla="*/ 3243600 h 324288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5" name="Google Shape;538;p13"/>
            <p:cNvSpPr/>
            <p:nvPr/>
          </p:nvSpPr>
          <p:spPr>
            <a:xfrm>
              <a:off x="6471000" y="-76320"/>
              <a:ext cx="283680" cy="245520"/>
            </a:xfrm>
            <a:custGeom>
              <a:avLst/>
              <a:gdLst>
                <a:gd name="textAreaLeft" fmla="*/ 0 w 283680"/>
                <a:gd name="textAreaRight" fmla="*/ 284040 w 28368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51285" h="44413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" name="Google Shape;539;p13"/>
            <p:cNvSpPr/>
            <p:nvPr/>
          </p:nvSpPr>
          <p:spPr>
            <a:xfrm>
              <a:off x="6703920" y="-125280"/>
              <a:ext cx="570240" cy="493560"/>
            </a:xfrm>
            <a:custGeom>
              <a:avLst/>
              <a:gdLst>
                <a:gd name="textAreaLeft" fmla="*/ 0 w 570240"/>
                <a:gd name="textAreaRight" fmla="*/ 570600 w 570240"/>
                <a:gd name="textAreaTop" fmla="*/ 0 h 493560"/>
                <a:gd name="textAreaBottom" fmla="*/ 493920 h 493560"/>
              </a:gdLst>
              <a:ahLst/>
              <a:cxnLst/>
              <a:rect l="textAreaLeft" t="textAreaTop" r="textAreaRight" b="textAreaBottom"/>
              <a:pathLst>
                <a:path w="51285" h="44413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 rotWithShape="0">
              <a:gsLst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7" name="Google Shape;540;p13"/>
          <p:cNvGrpSpPr/>
          <p:nvPr/>
        </p:nvGrpSpPr>
        <p:grpSpPr>
          <a:xfrm>
            <a:off x="783360" y="-601200"/>
            <a:ext cx="993960" cy="1794960"/>
            <a:chOff x="783360" y="-601200"/>
            <a:chExt cx="993960" cy="1794960"/>
          </a:xfrm>
        </p:grpSpPr>
        <p:sp>
          <p:nvSpPr>
            <p:cNvPr id="288" name="Google Shape;541;p13"/>
            <p:cNvSpPr/>
            <p:nvPr/>
          </p:nvSpPr>
          <p:spPr>
            <a:xfrm>
              <a:off x="1643400" y="229320"/>
              <a:ext cx="133920" cy="133920"/>
            </a:xfrm>
            <a:prstGeom prst="ellipse">
              <a:avLst/>
            </a:prstGeom>
            <a:noFill/>
            <a:ln w="9360">
              <a:solidFill>
                <a:schemeClr val="dk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7520" bIns="4752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89" name="Google Shape;542;p13"/>
            <p:cNvCxnSpPr/>
            <p:nvPr/>
          </p:nvCxnSpPr>
          <p:spPr>
            <a:xfrm flipV="1">
              <a:off x="783360" y="-601200"/>
              <a:ext cx="360" cy="1795320"/>
            </a:xfrm>
            <a:prstGeom prst="straightConnector1">
              <a:avLst/>
            </a:prstGeom>
            <a:ln w="9360">
              <a:solidFill>
                <a:schemeClr val="dk2"/>
              </a:solidFill>
              <a:round/>
            </a:ln>
          </p:spPr>
        </p:cxnSp>
        <p:sp>
          <p:nvSpPr>
            <p:cNvPr id="290" name="Google Shape;543;p13"/>
            <p:cNvSpPr/>
            <p:nvPr/>
          </p:nvSpPr>
          <p:spPr>
            <a:xfrm>
              <a:off x="1673640" y="25920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endParaRPr lang="en-GB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1" name="PlaceHolder 6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3" name="Google Shape;763;p19"/>
          <p:cNvGrpSpPr/>
          <p:nvPr/>
        </p:nvGrpSpPr>
        <p:grpSpPr>
          <a:xfrm>
            <a:off x="-96120" y="4888440"/>
            <a:ext cx="1590120" cy="87840"/>
            <a:chOff x="-96120" y="4888440"/>
            <a:chExt cx="1590120" cy="87840"/>
          </a:xfrm>
        </p:grpSpPr>
        <p:sp>
          <p:nvSpPr>
            <p:cNvPr id="294" name="Google Shape;764;p19"/>
            <p:cNvSpPr/>
            <p:nvPr/>
          </p:nvSpPr>
          <p:spPr>
            <a:xfrm rot="5400000">
              <a:off x="692640" y="4099320"/>
              <a:ext cx="12240" cy="1590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90120"/>
                <a:gd name="textAreaBottom" fmla="*/ 1590480 h 1590120"/>
              </a:gdLst>
              <a:ahLst/>
              <a:cxnLst/>
              <a:rect l="textAreaLeft" t="textAreaTop" r="textAreaRight" b="textAreaBottom"/>
              <a:pathLst>
                <a:path w="306" h="27731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5" name="Google Shape;765;p19"/>
            <p:cNvSpPr/>
            <p:nvPr/>
          </p:nvSpPr>
          <p:spPr>
            <a:xfrm rot="5400000">
              <a:off x="692640" y="4174920"/>
              <a:ext cx="12240" cy="1590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90120"/>
                <a:gd name="textAreaBottom" fmla="*/ 1590480 h 1590120"/>
              </a:gdLst>
              <a:ahLst/>
              <a:cxnLst/>
              <a:rect l="textAreaLeft" t="textAreaTop" r="textAreaRight" b="textAreaBottom"/>
              <a:pathLst>
                <a:path w="305" h="27731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6" name="Google Shape;766;p19"/>
          <p:cNvGrpSpPr/>
          <p:nvPr/>
        </p:nvGrpSpPr>
        <p:grpSpPr>
          <a:xfrm>
            <a:off x="6883560" y="1385640"/>
            <a:ext cx="4028040" cy="5283360"/>
            <a:chOff x="6883560" y="1385640"/>
            <a:chExt cx="4028040" cy="5283360"/>
          </a:xfrm>
        </p:grpSpPr>
        <p:sp>
          <p:nvSpPr>
            <p:cNvPr id="297" name="Google Shape;767;p19"/>
            <p:cNvSpPr/>
            <p:nvPr/>
          </p:nvSpPr>
          <p:spPr>
            <a:xfrm>
              <a:off x="6883560" y="1407600"/>
              <a:ext cx="4006080" cy="4748760"/>
            </a:xfrm>
            <a:custGeom>
              <a:avLst/>
              <a:gdLst>
                <a:gd name="textAreaLeft" fmla="*/ 0 w 4006080"/>
                <a:gd name="textAreaRight" fmla="*/ 4006440 w 4006080"/>
                <a:gd name="textAreaTop" fmla="*/ 0 h 4748760"/>
                <a:gd name="textAreaBottom" fmla="*/ 4749120 h 474876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8" name="Google Shape;768;p19"/>
            <p:cNvSpPr/>
            <p:nvPr/>
          </p:nvSpPr>
          <p:spPr>
            <a:xfrm>
              <a:off x="7842240" y="1385640"/>
              <a:ext cx="2925000" cy="3057480"/>
            </a:xfrm>
            <a:custGeom>
              <a:avLst/>
              <a:gdLst>
                <a:gd name="textAreaLeft" fmla="*/ 0 w 2925000"/>
                <a:gd name="textAreaRight" fmla="*/ 292536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" name="Google Shape;769;p19"/>
            <p:cNvSpPr/>
            <p:nvPr/>
          </p:nvSpPr>
          <p:spPr>
            <a:xfrm>
              <a:off x="7734240" y="257184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0" name="Google Shape;770;p19"/>
            <p:cNvSpPr/>
            <p:nvPr/>
          </p:nvSpPr>
          <p:spPr>
            <a:xfrm>
              <a:off x="7758720" y="155016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1" name="Google Shape;771;p19"/>
          <p:cNvGrpSpPr/>
          <p:nvPr/>
        </p:nvGrpSpPr>
        <p:grpSpPr>
          <a:xfrm>
            <a:off x="4597920" y="-1699200"/>
            <a:ext cx="5579640" cy="3202920"/>
            <a:chOff x="4597920" y="-1699200"/>
            <a:chExt cx="5579640" cy="3202920"/>
          </a:xfrm>
        </p:grpSpPr>
        <p:grpSp>
          <p:nvGrpSpPr>
            <p:cNvPr id="302" name="Google Shape;772;p19"/>
            <p:cNvGrpSpPr/>
            <p:nvPr/>
          </p:nvGrpSpPr>
          <p:grpSpPr>
            <a:xfrm>
              <a:off x="4696200" y="-306720"/>
              <a:ext cx="916200" cy="699840"/>
              <a:chOff x="4696200" y="-306720"/>
              <a:chExt cx="916200" cy="699840"/>
            </a:xfrm>
          </p:grpSpPr>
          <p:sp>
            <p:nvSpPr>
              <p:cNvPr id="303" name="Google Shape;773;p19"/>
              <p:cNvSpPr/>
              <p:nvPr/>
            </p:nvSpPr>
            <p:spPr>
              <a:xfrm>
                <a:off x="4899600" y="-2556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4" name="Google Shape;774;p19"/>
              <p:cNvSpPr/>
              <p:nvPr/>
            </p:nvSpPr>
            <p:spPr>
              <a:xfrm>
                <a:off x="4696200" y="-26712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5" name="Google Shape;775;p19"/>
              <p:cNvSpPr/>
              <p:nvPr/>
            </p:nvSpPr>
            <p:spPr>
              <a:xfrm>
                <a:off x="5128920" y="-30672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306" name="Google Shape;776;p19"/>
            <p:cNvPicPr/>
            <p:nvPr/>
          </p:nvPicPr>
          <p:blipFill>
            <a:blip r:embed="rId2"/>
            <a:stretch/>
          </p:blipFill>
          <p:spPr>
            <a:xfrm>
              <a:off x="5980680" y="-1699200"/>
              <a:ext cx="4196880" cy="3202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07" name="Google Shape;777;p19"/>
            <p:cNvSpPr/>
            <p:nvPr/>
          </p:nvSpPr>
          <p:spPr>
            <a:xfrm rot="16200000">
              <a:off x="5359320" y="-12110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Google Shape;778;p19"/>
            <p:cNvSpPr/>
            <p:nvPr/>
          </p:nvSpPr>
          <p:spPr>
            <a:xfrm rot="16200000">
              <a:off x="5358600" y="-105156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09" name="Google Shape;779;p19"/>
            <p:cNvGrpSpPr/>
            <p:nvPr/>
          </p:nvGrpSpPr>
          <p:grpSpPr>
            <a:xfrm>
              <a:off x="8399520" y="57960"/>
              <a:ext cx="1493280" cy="87840"/>
              <a:chOff x="8399520" y="57960"/>
              <a:chExt cx="1493280" cy="87840"/>
            </a:xfrm>
          </p:grpSpPr>
          <p:sp>
            <p:nvSpPr>
              <p:cNvPr id="310" name="Google Shape;780;p19"/>
              <p:cNvSpPr/>
              <p:nvPr/>
            </p:nvSpPr>
            <p:spPr>
              <a:xfrm rot="16200000">
                <a:off x="9140040" y="-606600"/>
                <a:ext cx="12240" cy="14932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493280"/>
                  <a:gd name="textAreaBottom" fmla="*/ 1493640 h 149328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1" name="Google Shape;781;p19"/>
              <p:cNvSpPr/>
              <p:nvPr/>
            </p:nvSpPr>
            <p:spPr>
              <a:xfrm rot="16200000">
                <a:off x="9140040" y="-682200"/>
                <a:ext cx="12240" cy="14932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493280"/>
                  <a:gd name="textAreaBottom" fmla="*/ 1493640 h 149328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12" name="Google Shape;782;p19"/>
            <p:cNvGrpSpPr/>
            <p:nvPr/>
          </p:nvGrpSpPr>
          <p:grpSpPr>
            <a:xfrm>
              <a:off x="4695480" y="-185040"/>
              <a:ext cx="254520" cy="254880"/>
              <a:chOff x="4695480" y="-185040"/>
              <a:chExt cx="254520" cy="254880"/>
            </a:xfrm>
          </p:grpSpPr>
          <p:sp>
            <p:nvSpPr>
              <p:cNvPr id="313" name="Google Shape;783;p19"/>
              <p:cNvSpPr/>
              <p:nvPr/>
            </p:nvSpPr>
            <p:spPr>
              <a:xfrm>
                <a:off x="4695480" y="-18504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4" name="Google Shape;784;p19"/>
              <p:cNvSpPr/>
              <p:nvPr/>
            </p:nvSpPr>
            <p:spPr>
              <a:xfrm>
                <a:off x="4722840" y="-1576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5" name="Google Shape;785;p19"/>
              <p:cNvSpPr/>
              <p:nvPr/>
            </p:nvSpPr>
            <p:spPr>
              <a:xfrm>
                <a:off x="4750560" y="-1299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6" name="Google Shape;786;p19"/>
              <p:cNvSpPr/>
              <p:nvPr/>
            </p:nvSpPr>
            <p:spPr>
              <a:xfrm>
                <a:off x="4777920" y="-1026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7" name="Google Shape;787;p19"/>
              <p:cNvSpPr/>
              <p:nvPr/>
            </p:nvSpPr>
            <p:spPr>
              <a:xfrm>
                <a:off x="4805280" y="-748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8" name="Google Shape;788;p19"/>
              <p:cNvSpPr/>
              <p:nvPr/>
            </p:nvSpPr>
            <p:spPr>
              <a:xfrm>
                <a:off x="4833000" y="-471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9" name="Google Shape;789;p19"/>
              <p:cNvSpPr/>
              <p:nvPr/>
            </p:nvSpPr>
            <p:spPr>
              <a:xfrm>
                <a:off x="4860360" y="-198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20" name="Google Shape;790;p19"/>
            <p:cNvGrpSpPr/>
            <p:nvPr/>
          </p:nvGrpSpPr>
          <p:grpSpPr>
            <a:xfrm>
              <a:off x="4597920" y="-25560"/>
              <a:ext cx="254880" cy="254520"/>
              <a:chOff x="4597920" y="-25560"/>
              <a:chExt cx="254880" cy="254520"/>
            </a:xfrm>
          </p:grpSpPr>
          <p:sp>
            <p:nvSpPr>
              <p:cNvPr id="321" name="Google Shape;791;p19"/>
              <p:cNvSpPr/>
              <p:nvPr/>
            </p:nvSpPr>
            <p:spPr>
              <a:xfrm>
                <a:off x="4597920" y="-255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2" name="Google Shape;792;p19"/>
              <p:cNvSpPr/>
              <p:nvPr/>
            </p:nvSpPr>
            <p:spPr>
              <a:xfrm>
                <a:off x="4625280" y="18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3" name="Google Shape;793;p19"/>
              <p:cNvSpPr/>
              <p:nvPr/>
            </p:nvSpPr>
            <p:spPr>
              <a:xfrm>
                <a:off x="4653000" y="291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4" name="Google Shape;794;p19"/>
              <p:cNvSpPr/>
              <p:nvPr/>
            </p:nvSpPr>
            <p:spPr>
              <a:xfrm>
                <a:off x="4680360" y="568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5" name="Google Shape;795;p19"/>
              <p:cNvSpPr/>
              <p:nvPr/>
            </p:nvSpPr>
            <p:spPr>
              <a:xfrm>
                <a:off x="4708080" y="846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6" name="Google Shape;796;p19"/>
              <p:cNvSpPr/>
              <p:nvPr/>
            </p:nvSpPr>
            <p:spPr>
              <a:xfrm>
                <a:off x="4735800" y="1119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7" name="Google Shape;797;p19"/>
              <p:cNvSpPr/>
              <p:nvPr/>
            </p:nvSpPr>
            <p:spPr>
              <a:xfrm>
                <a:off x="4763160" y="13932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Google Shape;720;p18"/>
          <p:cNvGrpSpPr/>
          <p:nvPr/>
        </p:nvGrpSpPr>
        <p:grpSpPr>
          <a:xfrm>
            <a:off x="5405040" y="2221200"/>
            <a:ext cx="4262760" cy="3616920"/>
            <a:chOff x="5405040" y="2221200"/>
            <a:chExt cx="4262760" cy="3616920"/>
          </a:xfrm>
        </p:grpSpPr>
        <p:sp>
          <p:nvSpPr>
            <p:cNvPr id="330" name="Google Shape;721;p18"/>
            <p:cNvSpPr/>
            <p:nvPr/>
          </p:nvSpPr>
          <p:spPr>
            <a:xfrm>
              <a:off x="5405040" y="2221200"/>
              <a:ext cx="4262760" cy="3616920"/>
            </a:xfrm>
            <a:prstGeom prst="ellipse">
              <a:avLst/>
            </a:prstGeom>
            <a:gradFill rotWithShape="0">
              <a:gsLst>
                <a:gs pos="0">
                  <a:srgbClr val="F5F8FF"/>
                </a:gs>
                <a:gs pos="18000">
                  <a:srgbClr val="F5F8FF"/>
                </a:gs>
                <a:gs pos="56000">
                  <a:srgbClr val="FFFFFF">
                    <a:alpha val="0"/>
                  </a:srgbClr>
                </a:gs>
                <a:gs pos="74000">
                  <a:srgbClr val="F5F8FF"/>
                </a:gs>
                <a:gs pos="100000">
                  <a:srgbClr val="9900FF">
                    <a:alpha val="29000"/>
                  </a:srgbClr>
                </a:gs>
              </a:gsLst>
              <a:path path="circle">
                <a:fillToRect l="0" t="0" r="100000" b="10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31" name="Google Shape;722;p18"/>
            <p:cNvGrpSpPr/>
            <p:nvPr/>
          </p:nvGrpSpPr>
          <p:grpSpPr>
            <a:xfrm>
              <a:off x="7294320" y="4854960"/>
              <a:ext cx="930600" cy="525600"/>
              <a:chOff x="7294320" y="4854960"/>
              <a:chExt cx="930600" cy="525600"/>
            </a:xfrm>
          </p:grpSpPr>
          <p:grpSp>
            <p:nvGrpSpPr>
              <p:cNvPr id="332" name="Google Shape;723;p18"/>
              <p:cNvGrpSpPr/>
              <p:nvPr/>
            </p:nvGrpSpPr>
            <p:grpSpPr>
              <a:xfrm>
                <a:off x="7786080" y="4941720"/>
                <a:ext cx="438840" cy="438840"/>
                <a:chOff x="7786080" y="4941720"/>
                <a:chExt cx="438840" cy="438840"/>
              </a:xfrm>
            </p:grpSpPr>
            <p:sp>
              <p:nvSpPr>
                <p:cNvPr id="333" name="Google Shape;724;p18"/>
                <p:cNvSpPr/>
                <p:nvPr/>
              </p:nvSpPr>
              <p:spPr>
                <a:xfrm>
                  <a:off x="7786080" y="4941720"/>
                  <a:ext cx="438840" cy="438840"/>
                </a:xfrm>
                <a:custGeom>
                  <a:avLst/>
                  <a:gdLst>
                    <a:gd name="textAreaLeft" fmla="*/ 0 w 438840"/>
                    <a:gd name="textAreaRight" fmla="*/ 439200 w 438840"/>
                    <a:gd name="textAreaTop" fmla="*/ 0 h 438840"/>
                    <a:gd name="textAreaBottom" fmla="*/ 439200 h 4388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4" name="Google Shape;725;p18"/>
                <p:cNvSpPr/>
                <p:nvPr/>
              </p:nvSpPr>
              <p:spPr>
                <a:xfrm>
                  <a:off x="7874640" y="5041800"/>
                  <a:ext cx="262440" cy="239400"/>
                </a:xfrm>
                <a:custGeom>
                  <a:avLst/>
                  <a:gdLst>
                    <a:gd name="textAreaLeft" fmla="*/ 0 w 262440"/>
                    <a:gd name="textAreaRight" fmla="*/ 262800 w 262440"/>
                    <a:gd name="textAreaTop" fmla="*/ 0 h 239400"/>
                    <a:gd name="textAreaBottom" fmla="*/ 239760 h 2394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35" name="Google Shape;726;p18"/>
              <p:cNvGrpSpPr/>
              <p:nvPr/>
            </p:nvGrpSpPr>
            <p:grpSpPr>
              <a:xfrm>
                <a:off x="7294320" y="4854960"/>
                <a:ext cx="438840" cy="438840"/>
                <a:chOff x="7294320" y="4854960"/>
                <a:chExt cx="438840" cy="438840"/>
              </a:xfrm>
            </p:grpSpPr>
            <p:sp>
              <p:nvSpPr>
                <p:cNvPr id="336" name="Google Shape;727;p18"/>
                <p:cNvSpPr/>
                <p:nvPr/>
              </p:nvSpPr>
              <p:spPr>
                <a:xfrm>
                  <a:off x="7294320" y="4854960"/>
                  <a:ext cx="438840" cy="438840"/>
                </a:xfrm>
                <a:custGeom>
                  <a:avLst/>
                  <a:gdLst>
                    <a:gd name="textAreaLeft" fmla="*/ 0 w 438840"/>
                    <a:gd name="textAreaRight" fmla="*/ 439200 w 438840"/>
                    <a:gd name="textAreaTop" fmla="*/ 0 h 438840"/>
                    <a:gd name="textAreaBottom" fmla="*/ 439200 h 4388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7" name="Google Shape;728;p18"/>
                <p:cNvSpPr/>
                <p:nvPr/>
              </p:nvSpPr>
              <p:spPr>
                <a:xfrm>
                  <a:off x="7382520" y="4955040"/>
                  <a:ext cx="262440" cy="239400"/>
                </a:xfrm>
                <a:custGeom>
                  <a:avLst/>
                  <a:gdLst>
                    <a:gd name="textAreaLeft" fmla="*/ 0 w 262440"/>
                    <a:gd name="textAreaRight" fmla="*/ 262800 w 262440"/>
                    <a:gd name="textAreaTop" fmla="*/ 0 h 239400"/>
                    <a:gd name="textAreaBottom" fmla="*/ 239760 h 2394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39" name="Google Shape;730;p18"/>
          <p:cNvGrpSpPr/>
          <p:nvPr/>
        </p:nvGrpSpPr>
        <p:grpSpPr>
          <a:xfrm>
            <a:off x="-2174760" y="3012480"/>
            <a:ext cx="3700800" cy="3344760"/>
            <a:chOff x="-2174760" y="3012480"/>
            <a:chExt cx="3700800" cy="3344760"/>
          </a:xfrm>
        </p:grpSpPr>
        <p:pic>
          <p:nvPicPr>
            <p:cNvPr id="340" name="Google Shape;731;p18"/>
            <p:cNvPicPr/>
            <p:nvPr/>
          </p:nvPicPr>
          <p:blipFill>
            <a:blip r:embed="rId2"/>
            <a:stretch/>
          </p:blipFill>
          <p:spPr>
            <a:xfrm rot="10800000">
              <a:off x="-2174760" y="3532680"/>
              <a:ext cx="3700800" cy="2824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41" name="Google Shape;732;p18"/>
            <p:cNvSpPr/>
            <p:nvPr/>
          </p:nvSpPr>
          <p:spPr>
            <a:xfrm rot="10800000">
              <a:off x="-690120" y="3012480"/>
              <a:ext cx="1201320" cy="2824560"/>
            </a:xfrm>
            <a:custGeom>
              <a:avLst/>
              <a:gdLst>
                <a:gd name="textAreaLeft" fmla="*/ 0 w 1201320"/>
                <a:gd name="textAreaRight" fmla="*/ 1201680 w 1201320"/>
                <a:gd name="textAreaTop" fmla="*/ 0 h 2824560"/>
                <a:gd name="textAreaBottom" fmla="*/ 2824920 h 282456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2" name="Google Shape;733;p18"/>
            <p:cNvSpPr/>
            <p:nvPr/>
          </p:nvSpPr>
          <p:spPr>
            <a:xfrm rot="10800000">
              <a:off x="-495000" y="3013200"/>
              <a:ext cx="1201320" cy="2824560"/>
            </a:xfrm>
            <a:custGeom>
              <a:avLst/>
              <a:gdLst>
                <a:gd name="textAreaLeft" fmla="*/ 0 w 1201320"/>
                <a:gd name="textAreaRight" fmla="*/ 1201680 w 1201320"/>
                <a:gd name="textAreaTop" fmla="*/ 0 h 2824560"/>
                <a:gd name="textAreaBottom" fmla="*/ 2824920 h 282456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43" name="Google Shape;734;p18"/>
            <p:cNvGrpSpPr/>
            <p:nvPr/>
          </p:nvGrpSpPr>
          <p:grpSpPr>
            <a:xfrm>
              <a:off x="-326160" y="5427000"/>
              <a:ext cx="133560" cy="133560"/>
              <a:chOff x="-326160" y="5427000"/>
              <a:chExt cx="133560" cy="133560"/>
            </a:xfrm>
          </p:grpSpPr>
          <p:sp>
            <p:nvSpPr>
              <p:cNvPr id="344" name="Google Shape;735;p18"/>
              <p:cNvSpPr/>
              <p:nvPr/>
            </p:nvSpPr>
            <p:spPr>
              <a:xfrm rot="10800000">
                <a:off x="-326160" y="5427000"/>
                <a:ext cx="133560" cy="13356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5" name="Google Shape;736;p18"/>
              <p:cNvSpPr/>
              <p:nvPr/>
            </p:nvSpPr>
            <p:spPr>
              <a:xfrm rot="10800000">
                <a:off x="-307080" y="544572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46" name="Google Shape;737;p18"/>
            <p:cNvGrpSpPr/>
            <p:nvPr/>
          </p:nvGrpSpPr>
          <p:grpSpPr>
            <a:xfrm>
              <a:off x="159480" y="4587120"/>
              <a:ext cx="133560" cy="133560"/>
              <a:chOff x="159480" y="4587120"/>
              <a:chExt cx="133560" cy="133560"/>
            </a:xfrm>
          </p:grpSpPr>
          <p:sp>
            <p:nvSpPr>
              <p:cNvPr id="347" name="Google Shape;738;p18"/>
              <p:cNvSpPr/>
              <p:nvPr/>
            </p:nvSpPr>
            <p:spPr>
              <a:xfrm rot="10800000">
                <a:off x="159480" y="4587120"/>
                <a:ext cx="133560" cy="13356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8" name="Google Shape;739;p18"/>
              <p:cNvSpPr/>
              <p:nvPr/>
            </p:nvSpPr>
            <p:spPr>
              <a:xfrm rot="10800000">
                <a:off x="178200" y="460584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49" name="Google Shape;740;p18"/>
            <p:cNvGrpSpPr/>
            <p:nvPr/>
          </p:nvGrpSpPr>
          <p:grpSpPr>
            <a:xfrm>
              <a:off x="251640" y="3399120"/>
              <a:ext cx="133560" cy="133560"/>
              <a:chOff x="251640" y="3399120"/>
              <a:chExt cx="133560" cy="133560"/>
            </a:xfrm>
          </p:grpSpPr>
          <p:sp>
            <p:nvSpPr>
              <p:cNvPr id="350" name="Google Shape;741;p18"/>
              <p:cNvSpPr/>
              <p:nvPr/>
            </p:nvSpPr>
            <p:spPr>
              <a:xfrm rot="10800000">
                <a:off x="251640" y="3399120"/>
                <a:ext cx="133560" cy="13356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1" name="Google Shape;742;p18"/>
              <p:cNvSpPr/>
              <p:nvPr/>
            </p:nvSpPr>
            <p:spPr>
              <a:xfrm rot="10800000">
                <a:off x="270360" y="341784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352" name="Google Shape;743;p18"/>
          <p:cNvGrpSpPr/>
          <p:nvPr/>
        </p:nvGrpSpPr>
        <p:grpSpPr>
          <a:xfrm>
            <a:off x="5928840" y="-303840"/>
            <a:ext cx="5688000" cy="3547800"/>
            <a:chOff x="5928840" y="-303840"/>
            <a:chExt cx="5688000" cy="3547800"/>
          </a:xfrm>
        </p:grpSpPr>
        <p:grpSp>
          <p:nvGrpSpPr>
            <p:cNvPr id="353" name="Google Shape;744;p18"/>
            <p:cNvGrpSpPr/>
            <p:nvPr/>
          </p:nvGrpSpPr>
          <p:grpSpPr>
            <a:xfrm>
              <a:off x="8852400" y="1899360"/>
              <a:ext cx="401760" cy="1344600"/>
              <a:chOff x="8852400" y="1899360"/>
              <a:chExt cx="401760" cy="1344600"/>
            </a:xfrm>
          </p:grpSpPr>
          <p:sp>
            <p:nvSpPr>
              <p:cNvPr id="354" name="Google Shape;745;p18"/>
              <p:cNvSpPr/>
              <p:nvPr/>
            </p:nvSpPr>
            <p:spPr>
              <a:xfrm flipH="1">
                <a:off x="9007200" y="2017440"/>
                <a:ext cx="246600" cy="1226520"/>
              </a:xfrm>
              <a:custGeom>
                <a:avLst/>
                <a:gdLst>
                  <a:gd name="textAreaLeft" fmla="*/ -360 w 246600"/>
                  <a:gd name="textAreaRight" fmla="*/ 24660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3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5" name="Google Shape;746;p18"/>
              <p:cNvSpPr/>
              <p:nvPr/>
            </p:nvSpPr>
            <p:spPr>
              <a:xfrm flipH="1">
                <a:off x="8852040" y="1899360"/>
                <a:ext cx="246600" cy="1226520"/>
              </a:xfrm>
              <a:custGeom>
                <a:avLst/>
                <a:gdLst>
                  <a:gd name="textAreaLeft" fmla="*/ -360 w 246600"/>
                  <a:gd name="textAreaRight" fmla="*/ 24660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56" name="Google Shape;747;p18"/>
            <p:cNvGrpSpPr/>
            <p:nvPr/>
          </p:nvGrpSpPr>
          <p:grpSpPr>
            <a:xfrm>
              <a:off x="8674920" y="1421280"/>
              <a:ext cx="904320" cy="725760"/>
              <a:chOff x="8674920" y="1421280"/>
              <a:chExt cx="904320" cy="725760"/>
            </a:xfrm>
          </p:grpSpPr>
          <p:sp>
            <p:nvSpPr>
              <p:cNvPr id="357" name="Google Shape;748;p18"/>
              <p:cNvSpPr/>
              <p:nvPr/>
            </p:nvSpPr>
            <p:spPr>
              <a:xfrm>
                <a:off x="8906400" y="156456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8" name="Google Shape;749;p18"/>
              <p:cNvSpPr/>
              <p:nvPr/>
            </p:nvSpPr>
            <p:spPr>
              <a:xfrm>
                <a:off x="8894160" y="142128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9" name="Google Shape;750;p18"/>
              <p:cNvSpPr/>
              <p:nvPr/>
            </p:nvSpPr>
            <p:spPr>
              <a:xfrm>
                <a:off x="8674920" y="15645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60" name="Google Shape;751;p18"/>
            <p:cNvGrpSpPr/>
            <p:nvPr/>
          </p:nvGrpSpPr>
          <p:grpSpPr>
            <a:xfrm>
              <a:off x="7671600" y="-303840"/>
              <a:ext cx="2555280" cy="2546280"/>
              <a:chOff x="7671600" y="-303840"/>
              <a:chExt cx="2555280" cy="2546280"/>
            </a:xfrm>
          </p:grpSpPr>
          <p:sp>
            <p:nvSpPr>
              <p:cNvPr id="361" name="Google Shape;752;p18"/>
              <p:cNvSpPr/>
              <p:nvPr/>
            </p:nvSpPr>
            <p:spPr>
              <a:xfrm flipH="1" flipV="1" rot="18900000">
                <a:off x="8397360" y="-205200"/>
                <a:ext cx="981720" cy="2461320"/>
              </a:xfrm>
              <a:custGeom>
                <a:avLst/>
                <a:gdLst>
                  <a:gd name="textAreaLeft" fmla="*/ -360 w 981720"/>
                  <a:gd name="textAreaRight" fmla="*/ 981720 w 981720"/>
                  <a:gd name="textAreaTop" fmla="*/ -360 h 2461320"/>
                  <a:gd name="textAreaBottom" fmla="*/ 2461320 h 246132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8906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2" name="Google Shape;753;p18"/>
              <p:cNvSpPr/>
              <p:nvPr/>
            </p:nvSpPr>
            <p:spPr>
              <a:xfrm flipH="1" flipV="1" rot="18900000">
                <a:off x="8517960" y="-317160"/>
                <a:ext cx="981720" cy="2461320"/>
              </a:xfrm>
              <a:custGeom>
                <a:avLst/>
                <a:gdLst>
                  <a:gd name="textAreaLeft" fmla="*/ -360 w 981720"/>
                  <a:gd name="textAreaRight" fmla="*/ 981720 w 981720"/>
                  <a:gd name="textAreaTop" fmla="*/ -360 h 2461320"/>
                  <a:gd name="textAreaBottom" fmla="*/ 2461320 h 246132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3" name="Google Shape;754;p18"/>
            <p:cNvSpPr/>
            <p:nvPr/>
          </p:nvSpPr>
          <p:spPr>
            <a:xfrm flipH="1" rot="5400000">
              <a:off x="6627240" y="-895320"/>
              <a:ext cx="577080" cy="1974240"/>
            </a:xfrm>
            <a:custGeom>
              <a:avLst/>
              <a:gdLst>
                <a:gd name="textAreaLeft" fmla="*/ -360 w 577080"/>
                <a:gd name="textAreaRight" fmla="*/ 577080 w 577080"/>
                <a:gd name="textAreaTop" fmla="*/ 0 h 1974240"/>
                <a:gd name="textAreaBottom" fmla="*/ 1974600 h 1974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7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4" name="Google Shape;755;p18"/>
            <p:cNvGrpSpPr/>
            <p:nvPr/>
          </p:nvGrpSpPr>
          <p:grpSpPr>
            <a:xfrm>
              <a:off x="6986520" y="245880"/>
              <a:ext cx="4630320" cy="133560"/>
              <a:chOff x="6986520" y="245880"/>
              <a:chExt cx="4630320" cy="133560"/>
            </a:xfrm>
          </p:grpSpPr>
          <p:sp>
            <p:nvSpPr>
              <p:cNvPr id="365" name="Google Shape;756;p18"/>
              <p:cNvSpPr/>
              <p:nvPr/>
            </p:nvSpPr>
            <p:spPr>
              <a:xfrm flipH="1">
                <a:off x="6986160" y="245880"/>
                <a:ext cx="133560" cy="133560"/>
              </a:xfrm>
              <a:prstGeom prst="ellipse">
                <a:avLst/>
              </a:prstGeom>
              <a:noFill/>
              <a:ln w="9360">
                <a:solidFill>
                  <a:schemeClr val="dk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6" name="Google Shape;757;p18"/>
              <p:cNvSpPr/>
              <p:nvPr/>
            </p:nvSpPr>
            <p:spPr>
              <a:xfrm flipH="1">
                <a:off x="7023960" y="27612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endParaRPr lang="en-GB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367" name="Google Shape;758;p18"/>
              <p:cNvCxnSpPr/>
              <p:nvPr/>
            </p:nvCxnSpPr>
            <p:spPr>
              <a:xfrm flipH="1">
                <a:off x="7089840" y="312840"/>
                <a:ext cx="4527360" cy="360"/>
              </a:xfrm>
              <a:prstGeom prst="straightConnector1">
                <a:avLst/>
              </a:prstGeom>
              <a:ln w="9360">
                <a:solidFill>
                  <a:schemeClr val="dk2"/>
                </a:solidFill>
                <a:round/>
              </a:ln>
            </p:spPr>
          </p:cxnSp>
        </p:grpSp>
      </p:grp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" name="Google Shape;720;p18"/>
          <p:cNvGrpSpPr/>
          <p:nvPr/>
        </p:nvGrpSpPr>
        <p:grpSpPr>
          <a:xfrm>
            <a:off x="5405040" y="2221200"/>
            <a:ext cx="4262760" cy="3616920"/>
            <a:chOff x="5405040" y="2221200"/>
            <a:chExt cx="4262760" cy="3616920"/>
          </a:xfrm>
        </p:grpSpPr>
        <p:sp>
          <p:nvSpPr>
            <p:cNvPr id="370" name="Google Shape;721;p18"/>
            <p:cNvSpPr/>
            <p:nvPr/>
          </p:nvSpPr>
          <p:spPr>
            <a:xfrm>
              <a:off x="5405040" y="2221200"/>
              <a:ext cx="4262760" cy="3616920"/>
            </a:xfrm>
            <a:prstGeom prst="ellipse">
              <a:avLst/>
            </a:prstGeom>
            <a:gradFill rotWithShape="0">
              <a:gsLst>
                <a:gs pos="0">
                  <a:srgbClr val="F5F8FF"/>
                </a:gs>
                <a:gs pos="18000">
                  <a:srgbClr val="F5F8FF"/>
                </a:gs>
                <a:gs pos="56000">
                  <a:srgbClr val="FFFFFF">
                    <a:alpha val="0"/>
                  </a:srgbClr>
                </a:gs>
                <a:gs pos="74000">
                  <a:srgbClr val="F5F8FF"/>
                </a:gs>
                <a:gs pos="100000">
                  <a:srgbClr val="9900FF">
                    <a:alpha val="29000"/>
                  </a:srgbClr>
                </a:gs>
              </a:gsLst>
              <a:path path="circle">
                <a:fillToRect l="0" t="0" r="100000" b="10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71" name="Google Shape;722;p18"/>
            <p:cNvGrpSpPr/>
            <p:nvPr/>
          </p:nvGrpSpPr>
          <p:grpSpPr>
            <a:xfrm>
              <a:off x="7294320" y="4854960"/>
              <a:ext cx="930600" cy="525600"/>
              <a:chOff x="7294320" y="4854960"/>
              <a:chExt cx="930600" cy="525600"/>
            </a:xfrm>
          </p:grpSpPr>
          <p:grpSp>
            <p:nvGrpSpPr>
              <p:cNvPr id="372" name="Google Shape;723;p18"/>
              <p:cNvGrpSpPr/>
              <p:nvPr/>
            </p:nvGrpSpPr>
            <p:grpSpPr>
              <a:xfrm>
                <a:off x="7786080" y="4941720"/>
                <a:ext cx="438840" cy="438840"/>
                <a:chOff x="7786080" y="4941720"/>
                <a:chExt cx="438840" cy="438840"/>
              </a:xfrm>
            </p:grpSpPr>
            <p:sp>
              <p:nvSpPr>
                <p:cNvPr id="373" name="Google Shape;724;p18"/>
                <p:cNvSpPr/>
                <p:nvPr/>
              </p:nvSpPr>
              <p:spPr>
                <a:xfrm>
                  <a:off x="7786080" y="4941720"/>
                  <a:ext cx="438840" cy="438840"/>
                </a:xfrm>
                <a:custGeom>
                  <a:avLst/>
                  <a:gdLst>
                    <a:gd name="textAreaLeft" fmla="*/ 0 w 438840"/>
                    <a:gd name="textAreaRight" fmla="*/ 439200 w 438840"/>
                    <a:gd name="textAreaTop" fmla="*/ 0 h 438840"/>
                    <a:gd name="textAreaBottom" fmla="*/ 439200 h 4388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4" name="Google Shape;725;p18"/>
                <p:cNvSpPr/>
                <p:nvPr/>
              </p:nvSpPr>
              <p:spPr>
                <a:xfrm>
                  <a:off x="7874640" y="5041800"/>
                  <a:ext cx="262440" cy="239400"/>
                </a:xfrm>
                <a:custGeom>
                  <a:avLst/>
                  <a:gdLst>
                    <a:gd name="textAreaLeft" fmla="*/ 0 w 262440"/>
                    <a:gd name="textAreaRight" fmla="*/ 262800 w 262440"/>
                    <a:gd name="textAreaTop" fmla="*/ 0 h 239400"/>
                    <a:gd name="textAreaBottom" fmla="*/ 239760 h 2394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75" name="Google Shape;726;p18"/>
              <p:cNvGrpSpPr/>
              <p:nvPr/>
            </p:nvGrpSpPr>
            <p:grpSpPr>
              <a:xfrm>
                <a:off x="7294320" y="4854960"/>
                <a:ext cx="438840" cy="438840"/>
                <a:chOff x="7294320" y="4854960"/>
                <a:chExt cx="438840" cy="438840"/>
              </a:xfrm>
            </p:grpSpPr>
            <p:sp>
              <p:nvSpPr>
                <p:cNvPr id="376" name="Google Shape;727;p18"/>
                <p:cNvSpPr/>
                <p:nvPr/>
              </p:nvSpPr>
              <p:spPr>
                <a:xfrm>
                  <a:off x="7294320" y="4854960"/>
                  <a:ext cx="438840" cy="438840"/>
                </a:xfrm>
                <a:custGeom>
                  <a:avLst/>
                  <a:gdLst>
                    <a:gd name="textAreaLeft" fmla="*/ 0 w 438840"/>
                    <a:gd name="textAreaRight" fmla="*/ 439200 w 438840"/>
                    <a:gd name="textAreaTop" fmla="*/ 0 h 438840"/>
                    <a:gd name="textAreaBottom" fmla="*/ 439200 h 4388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7" name="Google Shape;728;p18"/>
                <p:cNvSpPr/>
                <p:nvPr/>
              </p:nvSpPr>
              <p:spPr>
                <a:xfrm>
                  <a:off x="7382520" y="4955040"/>
                  <a:ext cx="262440" cy="239400"/>
                </a:xfrm>
                <a:custGeom>
                  <a:avLst/>
                  <a:gdLst>
                    <a:gd name="textAreaLeft" fmla="*/ 0 w 262440"/>
                    <a:gd name="textAreaRight" fmla="*/ 262800 w 262440"/>
                    <a:gd name="textAreaTop" fmla="*/ 0 h 239400"/>
                    <a:gd name="textAreaBottom" fmla="*/ 239760 h 2394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9" name="Google Shape;730;p18"/>
          <p:cNvGrpSpPr/>
          <p:nvPr/>
        </p:nvGrpSpPr>
        <p:grpSpPr>
          <a:xfrm>
            <a:off x="-2174760" y="3012480"/>
            <a:ext cx="3700800" cy="3344760"/>
            <a:chOff x="-2174760" y="3012480"/>
            <a:chExt cx="3700800" cy="3344760"/>
          </a:xfrm>
        </p:grpSpPr>
        <p:pic>
          <p:nvPicPr>
            <p:cNvPr id="380" name="Google Shape;731;p18"/>
            <p:cNvPicPr/>
            <p:nvPr/>
          </p:nvPicPr>
          <p:blipFill>
            <a:blip r:embed="rId2"/>
            <a:stretch/>
          </p:blipFill>
          <p:spPr>
            <a:xfrm rot="10800000">
              <a:off x="-2174760" y="3532680"/>
              <a:ext cx="3700800" cy="2824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81" name="Google Shape;732;p18"/>
            <p:cNvSpPr/>
            <p:nvPr/>
          </p:nvSpPr>
          <p:spPr>
            <a:xfrm rot="10800000">
              <a:off x="-690120" y="3012480"/>
              <a:ext cx="1201320" cy="2824560"/>
            </a:xfrm>
            <a:custGeom>
              <a:avLst/>
              <a:gdLst>
                <a:gd name="textAreaLeft" fmla="*/ 0 w 1201320"/>
                <a:gd name="textAreaRight" fmla="*/ 1201680 w 1201320"/>
                <a:gd name="textAreaTop" fmla="*/ 0 h 2824560"/>
                <a:gd name="textAreaBottom" fmla="*/ 2824920 h 282456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2" name="Google Shape;733;p18"/>
            <p:cNvSpPr/>
            <p:nvPr/>
          </p:nvSpPr>
          <p:spPr>
            <a:xfrm rot="10800000">
              <a:off x="-495000" y="3013200"/>
              <a:ext cx="1201320" cy="2824560"/>
            </a:xfrm>
            <a:custGeom>
              <a:avLst/>
              <a:gdLst>
                <a:gd name="textAreaLeft" fmla="*/ 0 w 1201320"/>
                <a:gd name="textAreaRight" fmla="*/ 1201680 w 1201320"/>
                <a:gd name="textAreaTop" fmla="*/ 0 h 2824560"/>
                <a:gd name="textAreaBottom" fmla="*/ 2824920 h 282456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83" name="Google Shape;734;p18"/>
            <p:cNvGrpSpPr/>
            <p:nvPr/>
          </p:nvGrpSpPr>
          <p:grpSpPr>
            <a:xfrm>
              <a:off x="-326160" y="5427000"/>
              <a:ext cx="133560" cy="133560"/>
              <a:chOff x="-326160" y="5427000"/>
              <a:chExt cx="133560" cy="133560"/>
            </a:xfrm>
          </p:grpSpPr>
          <p:sp>
            <p:nvSpPr>
              <p:cNvPr id="384" name="Google Shape;735;p18"/>
              <p:cNvSpPr/>
              <p:nvPr/>
            </p:nvSpPr>
            <p:spPr>
              <a:xfrm rot="10800000">
                <a:off x="-326160" y="5427000"/>
                <a:ext cx="133560" cy="13356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5" name="Google Shape;736;p18"/>
              <p:cNvSpPr/>
              <p:nvPr/>
            </p:nvSpPr>
            <p:spPr>
              <a:xfrm rot="10800000">
                <a:off x="-307080" y="544572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86" name="Google Shape;737;p18"/>
            <p:cNvGrpSpPr/>
            <p:nvPr/>
          </p:nvGrpSpPr>
          <p:grpSpPr>
            <a:xfrm>
              <a:off x="159480" y="4587120"/>
              <a:ext cx="133560" cy="133560"/>
              <a:chOff x="159480" y="4587120"/>
              <a:chExt cx="133560" cy="133560"/>
            </a:xfrm>
          </p:grpSpPr>
          <p:sp>
            <p:nvSpPr>
              <p:cNvPr id="387" name="Google Shape;738;p18"/>
              <p:cNvSpPr/>
              <p:nvPr/>
            </p:nvSpPr>
            <p:spPr>
              <a:xfrm rot="10800000">
                <a:off x="159480" y="4587120"/>
                <a:ext cx="133560" cy="13356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8" name="Google Shape;739;p18"/>
              <p:cNvSpPr/>
              <p:nvPr/>
            </p:nvSpPr>
            <p:spPr>
              <a:xfrm rot="10800000">
                <a:off x="178200" y="460584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89" name="Google Shape;740;p18"/>
            <p:cNvGrpSpPr/>
            <p:nvPr/>
          </p:nvGrpSpPr>
          <p:grpSpPr>
            <a:xfrm>
              <a:off x="251640" y="3399120"/>
              <a:ext cx="133560" cy="133560"/>
              <a:chOff x="251640" y="3399120"/>
              <a:chExt cx="133560" cy="133560"/>
            </a:xfrm>
          </p:grpSpPr>
          <p:sp>
            <p:nvSpPr>
              <p:cNvPr id="390" name="Google Shape;741;p18"/>
              <p:cNvSpPr/>
              <p:nvPr/>
            </p:nvSpPr>
            <p:spPr>
              <a:xfrm rot="10800000">
                <a:off x="251640" y="3399120"/>
                <a:ext cx="133560" cy="13356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1" name="Google Shape;742;p18"/>
              <p:cNvSpPr/>
              <p:nvPr/>
            </p:nvSpPr>
            <p:spPr>
              <a:xfrm rot="10800000">
                <a:off x="270360" y="341784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392" name="Google Shape;743;p18"/>
          <p:cNvGrpSpPr/>
          <p:nvPr/>
        </p:nvGrpSpPr>
        <p:grpSpPr>
          <a:xfrm>
            <a:off x="5928840" y="-303840"/>
            <a:ext cx="5688000" cy="3547800"/>
            <a:chOff x="5928840" y="-303840"/>
            <a:chExt cx="5688000" cy="3547800"/>
          </a:xfrm>
        </p:grpSpPr>
        <p:grpSp>
          <p:nvGrpSpPr>
            <p:cNvPr id="393" name="Google Shape;744;p18"/>
            <p:cNvGrpSpPr/>
            <p:nvPr/>
          </p:nvGrpSpPr>
          <p:grpSpPr>
            <a:xfrm>
              <a:off x="8852400" y="1899360"/>
              <a:ext cx="401760" cy="1344600"/>
              <a:chOff x="8852400" y="1899360"/>
              <a:chExt cx="401760" cy="1344600"/>
            </a:xfrm>
          </p:grpSpPr>
          <p:sp>
            <p:nvSpPr>
              <p:cNvPr id="394" name="Google Shape;745;p18"/>
              <p:cNvSpPr/>
              <p:nvPr/>
            </p:nvSpPr>
            <p:spPr>
              <a:xfrm flipH="1">
                <a:off x="9007200" y="2017440"/>
                <a:ext cx="246600" cy="1226520"/>
              </a:xfrm>
              <a:custGeom>
                <a:avLst/>
                <a:gdLst>
                  <a:gd name="textAreaLeft" fmla="*/ -360 w 246600"/>
                  <a:gd name="textAreaRight" fmla="*/ 24660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3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5" name="Google Shape;746;p18"/>
              <p:cNvSpPr/>
              <p:nvPr/>
            </p:nvSpPr>
            <p:spPr>
              <a:xfrm flipH="1">
                <a:off x="8852040" y="1899360"/>
                <a:ext cx="246600" cy="1226520"/>
              </a:xfrm>
              <a:custGeom>
                <a:avLst/>
                <a:gdLst>
                  <a:gd name="textAreaLeft" fmla="*/ -360 w 246600"/>
                  <a:gd name="textAreaRight" fmla="*/ 24660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96" name="Google Shape;747;p18"/>
            <p:cNvGrpSpPr/>
            <p:nvPr/>
          </p:nvGrpSpPr>
          <p:grpSpPr>
            <a:xfrm>
              <a:off x="8674920" y="1421280"/>
              <a:ext cx="904320" cy="725760"/>
              <a:chOff x="8674920" y="1421280"/>
              <a:chExt cx="904320" cy="725760"/>
            </a:xfrm>
          </p:grpSpPr>
          <p:sp>
            <p:nvSpPr>
              <p:cNvPr id="397" name="Google Shape;748;p18"/>
              <p:cNvSpPr/>
              <p:nvPr/>
            </p:nvSpPr>
            <p:spPr>
              <a:xfrm>
                <a:off x="8906400" y="156456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8" name="Google Shape;749;p18"/>
              <p:cNvSpPr/>
              <p:nvPr/>
            </p:nvSpPr>
            <p:spPr>
              <a:xfrm>
                <a:off x="8894160" y="142128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9" name="Google Shape;750;p18"/>
              <p:cNvSpPr/>
              <p:nvPr/>
            </p:nvSpPr>
            <p:spPr>
              <a:xfrm>
                <a:off x="8674920" y="15645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00" name="Google Shape;751;p18"/>
            <p:cNvGrpSpPr/>
            <p:nvPr/>
          </p:nvGrpSpPr>
          <p:grpSpPr>
            <a:xfrm>
              <a:off x="7671600" y="-303840"/>
              <a:ext cx="2555280" cy="2546280"/>
              <a:chOff x="7671600" y="-303840"/>
              <a:chExt cx="2555280" cy="2546280"/>
            </a:xfrm>
          </p:grpSpPr>
          <p:sp>
            <p:nvSpPr>
              <p:cNvPr id="401" name="Google Shape;752;p18"/>
              <p:cNvSpPr/>
              <p:nvPr/>
            </p:nvSpPr>
            <p:spPr>
              <a:xfrm flipH="1" flipV="1" rot="18900000">
                <a:off x="8397360" y="-205200"/>
                <a:ext cx="981720" cy="2461320"/>
              </a:xfrm>
              <a:custGeom>
                <a:avLst/>
                <a:gdLst>
                  <a:gd name="textAreaLeft" fmla="*/ -360 w 981720"/>
                  <a:gd name="textAreaRight" fmla="*/ 981720 w 981720"/>
                  <a:gd name="textAreaTop" fmla="*/ -360 h 2461320"/>
                  <a:gd name="textAreaBottom" fmla="*/ 2461320 h 246132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8906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2" name="Google Shape;753;p18"/>
              <p:cNvSpPr/>
              <p:nvPr/>
            </p:nvSpPr>
            <p:spPr>
              <a:xfrm flipH="1" flipV="1" rot="18900000">
                <a:off x="8517960" y="-317160"/>
                <a:ext cx="981720" cy="2461320"/>
              </a:xfrm>
              <a:custGeom>
                <a:avLst/>
                <a:gdLst>
                  <a:gd name="textAreaLeft" fmla="*/ -360 w 981720"/>
                  <a:gd name="textAreaRight" fmla="*/ 981720 w 981720"/>
                  <a:gd name="textAreaTop" fmla="*/ -360 h 2461320"/>
                  <a:gd name="textAreaBottom" fmla="*/ 2461320 h 246132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03" name="Google Shape;754;p18"/>
            <p:cNvSpPr/>
            <p:nvPr/>
          </p:nvSpPr>
          <p:spPr>
            <a:xfrm flipH="1" rot="5400000">
              <a:off x="6627240" y="-895320"/>
              <a:ext cx="577080" cy="1974240"/>
            </a:xfrm>
            <a:custGeom>
              <a:avLst/>
              <a:gdLst>
                <a:gd name="textAreaLeft" fmla="*/ -360 w 577080"/>
                <a:gd name="textAreaRight" fmla="*/ 577080 w 577080"/>
                <a:gd name="textAreaTop" fmla="*/ 0 h 1974240"/>
                <a:gd name="textAreaBottom" fmla="*/ 1974600 h 1974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7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4" name="Google Shape;755;p18"/>
            <p:cNvGrpSpPr/>
            <p:nvPr/>
          </p:nvGrpSpPr>
          <p:grpSpPr>
            <a:xfrm>
              <a:off x="6986520" y="245880"/>
              <a:ext cx="4630320" cy="133560"/>
              <a:chOff x="6986520" y="245880"/>
              <a:chExt cx="4630320" cy="133560"/>
            </a:xfrm>
          </p:grpSpPr>
          <p:sp>
            <p:nvSpPr>
              <p:cNvPr id="405" name="Google Shape;756;p18"/>
              <p:cNvSpPr/>
              <p:nvPr/>
            </p:nvSpPr>
            <p:spPr>
              <a:xfrm flipH="1">
                <a:off x="6986160" y="245880"/>
                <a:ext cx="133560" cy="133560"/>
              </a:xfrm>
              <a:prstGeom prst="ellipse">
                <a:avLst/>
              </a:prstGeom>
              <a:noFill/>
              <a:ln w="9360">
                <a:solidFill>
                  <a:schemeClr val="dk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6" name="Google Shape;757;p18"/>
              <p:cNvSpPr/>
              <p:nvPr/>
            </p:nvSpPr>
            <p:spPr>
              <a:xfrm flipH="1">
                <a:off x="7023960" y="27612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endParaRPr lang="en-GB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407" name="Google Shape;758;p18"/>
              <p:cNvCxnSpPr/>
              <p:nvPr/>
            </p:nvCxnSpPr>
            <p:spPr>
              <a:xfrm flipH="1">
                <a:off x="7089840" y="312840"/>
                <a:ext cx="4527360" cy="360"/>
              </a:xfrm>
              <a:prstGeom prst="straightConnector1">
                <a:avLst/>
              </a:prstGeom>
              <a:ln w="9360">
                <a:solidFill>
                  <a:schemeClr val="dk2"/>
                </a:solidFill>
                <a:round/>
              </a:ln>
            </p:spPr>
          </p:cxnSp>
        </p:grpSp>
      </p:grp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2358360" y="66492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100000"/>
              </a:lnSpc>
              <a:buNone/>
              <a:defRPr lang="en-GB" sz="4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GB" sz="4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en-GB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 type="title"/>
          </p:nvPr>
        </p:nvSpPr>
        <p:spPr>
          <a:xfrm>
            <a:off x="2358360" y="20271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100000"/>
              </a:lnSpc>
              <a:buNone/>
              <a:defRPr lang="en-GB" sz="4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GB" sz="4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en-GB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title"/>
          </p:nvPr>
        </p:nvSpPr>
        <p:spPr>
          <a:xfrm>
            <a:off x="2358360" y="339048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100000"/>
              </a:lnSpc>
              <a:buNone/>
              <a:defRPr lang="en-GB" sz="4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GB" sz="4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en-GB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Google Shape;1272;p28"/>
          <p:cNvSpPr/>
          <p:nvPr/>
        </p:nvSpPr>
        <p:spPr>
          <a:xfrm>
            <a:off x="6751080" y="2645640"/>
            <a:ext cx="2924640" cy="2945160"/>
          </a:xfrm>
          <a:prstGeom prst="ellipse">
            <a:avLst/>
          </a:prstGeom>
          <a:gradFill rotWithShape="0">
            <a:gsLst>
              <a:gs pos="0">
                <a:srgbClr val="F5F8FF"/>
              </a:gs>
              <a:gs pos="18000">
                <a:srgbClr val="F5F8FF"/>
              </a:gs>
              <a:gs pos="56000">
                <a:srgbClr val="FFFFFF">
                  <a:alpha val="0"/>
                </a:srgbClr>
              </a:gs>
              <a:gs pos="74000">
                <a:srgbClr val="F5F8FF"/>
              </a:gs>
              <a:gs pos="100000">
                <a:srgbClr val="9900FF">
                  <a:alpha val="29000"/>
                </a:srgbClr>
              </a:gs>
            </a:gsLst>
            <a:path path="circle">
              <a:fillToRect l="0" t="0" r="100000" b="10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13" name="Google Shape;1273;p28"/>
          <p:cNvGrpSpPr/>
          <p:nvPr/>
        </p:nvGrpSpPr>
        <p:grpSpPr>
          <a:xfrm>
            <a:off x="8360280" y="-226080"/>
            <a:ext cx="438840" cy="438840"/>
            <a:chOff x="8360280" y="-226080"/>
            <a:chExt cx="438840" cy="438840"/>
          </a:xfrm>
        </p:grpSpPr>
        <p:sp>
          <p:nvSpPr>
            <p:cNvPr id="414" name="Google Shape;1274;p28"/>
            <p:cNvSpPr/>
            <p:nvPr/>
          </p:nvSpPr>
          <p:spPr>
            <a:xfrm rot="5400000">
              <a:off x="8360280" y="-226080"/>
              <a:ext cx="438840" cy="438840"/>
            </a:xfrm>
            <a:custGeom>
              <a:avLst/>
              <a:gdLst>
                <a:gd name="textAreaLeft" fmla="*/ 0 w 438840"/>
                <a:gd name="textAreaRight" fmla="*/ 439200 w 438840"/>
                <a:gd name="textAreaTop" fmla="*/ 0 h 438840"/>
                <a:gd name="textAreaBottom" fmla="*/ 439200 h 438840"/>
              </a:gdLst>
              <a:ahLst/>
              <a:cxnLst/>
              <a:rect l="textAreaLeft" t="textAreaTop" r="textAreaRight" b="textAreaBottom"/>
              <a:pathLst>
                <a:path w="17568" h="17564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Google Shape;1275;p28"/>
            <p:cNvSpPr/>
            <p:nvPr/>
          </p:nvSpPr>
          <p:spPr>
            <a:xfrm rot="5400000">
              <a:off x="8448120" y="-126360"/>
              <a:ext cx="262440" cy="23940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239400"/>
                <a:gd name="textAreaBottom" fmla="*/ 239760 h 239400"/>
              </a:gdLst>
              <a:ahLst/>
              <a:cxnLst/>
              <a:rect l="textAreaLeft" t="textAreaTop" r="textAreaRight" b="textAreaBottom"/>
              <a:pathLst>
                <a:path w="10514" h="9588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16" name="Google Shape;1276;p28"/>
          <p:cNvGrpSpPr/>
          <p:nvPr/>
        </p:nvGrpSpPr>
        <p:grpSpPr>
          <a:xfrm>
            <a:off x="-903240" y="4838040"/>
            <a:ext cx="4558680" cy="133920"/>
            <a:chOff x="-903240" y="4838040"/>
            <a:chExt cx="4558680" cy="133920"/>
          </a:xfrm>
        </p:grpSpPr>
        <p:sp>
          <p:nvSpPr>
            <p:cNvPr id="417" name="Google Shape;1277;p28"/>
            <p:cNvSpPr/>
            <p:nvPr/>
          </p:nvSpPr>
          <p:spPr>
            <a:xfrm>
              <a:off x="3521520" y="4838040"/>
              <a:ext cx="133920" cy="133920"/>
            </a:xfrm>
            <a:prstGeom prst="ellipse">
              <a:avLst/>
            </a:prstGeom>
            <a:noFill/>
            <a:ln w="9360">
              <a:solidFill>
                <a:schemeClr val="dk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7520" bIns="4752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418" name="Google Shape;1278;p28"/>
            <p:cNvCxnSpPr/>
            <p:nvPr/>
          </p:nvCxnSpPr>
          <p:spPr>
            <a:xfrm>
              <a:off x="-903240" y="4905000"/>
              <a:ext cx="4462920" cy="360"/>
            </a:xfrm>
            <a:prstGeom prst="straightConnector1">
              <a:avLst/>
            </a:prstGeom>
            <a:ln w="9360">
              <a:solidFill>
                <a:schemeClr val="dk2"/>
              </a:solidFill>
              <a:round/>
            </a:ln>
          </p:spPr>
        </p:cxnSp>
        <p:sp>
          <p:nvSpPr>
            <p:cNvPr id="419" name="Google Shape;1279;p28"/>
            <p:cNvSpPr/>
            <p:nvPr/>
          </p:nvSpPr>
          <p:spPr>
            <a:xfrm>
              <a:off x="3551760" y="486828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endParaRPr lang="en-GB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0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22" name="Google Shape;673;p17"/>
          <p:cNvGrpSpPr/>
          <p:nvPr/>
        </p:nvGrpSpPr>
        <p:grpSpPr>
          <a:xfrm>
            <a:off x="-2176560" y="-112320"/>
            <a:ext cx="4680000" cy="5934600"/>
            <a:chOff x="-2176560" y="-112320"/>
            <a:chExt cx="4680000" cy="5934600"/>
          </a:xfrm>
        </p:grpSpPr>
        <p:grpSp>
          <p:nvGrpSpPr>
            <p:cNvPr id="423" name="Google Shape;674;p17"/>
            <p:cNvGrpSpPr/>
            <p:nvPr/>
          </p:nvGrpSpPr>
          <p:grpSpPr>
            <a:xfrm>
              <a:off x="-2176560" y="-112320"/>
              <a:ext cx="4680000" cy="5934600"/>
              <a:chOff x="-2176560" y="-112320"/>
              <a:chExt cx="4680000" cy="5934600"/>
            </a:xfrm>
          </p:grpSpPr>
          <p:sp>
            <p:nvSpPr>
              <p:cNvPr id="424" name="Google Shape;675;p17"/>
              <p:cNvSpPr/>
              <p:nvPr/>
            </p:nvSpPr>
            <p:spPr>
              <a:xfrm rot="18900000">
                <a:off x="-1523880" y="2178360"/>
                <a:ext cx="2925000" cy="3057480"/>
              </a:xfrm>
              <a:custGeom>
                <a:avLst/>
                <a:gdLst>
                  <a:gd name="textAreaLeft" fmla="*/ 0 w 2925000"/>
                  <a:gd name="textAreaRight" fmla="*/ 2925360 w 2925000"/>
                  <a:gd name="textAreaTop" fmla="*/ 0 h 3057480"/>
                  <a:gd name="textAreaBottom" fmla="*/ 3057840 h 305748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425" name="Google Shape;676;p17"/>
              <p:cNvGrpSpPr/>
              <p:nvPr/>
            </p:nvGrpSpPr>
            <p:grpSpPr>
              <a:xfrm>
                <a:off x="214200" y="4320360"/>
                <a:ext cx="174600" cy="822960"/>
                <a:chOff x="214200" y="4320360"/>
                <a:chExt cx="174600" cy="822960"/>
              </a:xfrm>
            </p:grpSpPr>
            <p:sp>
              <p:nvSpPr>
                <p:cNvPr id="426" name="Google Shape;677;p17"/>
                <p:cNvSpPr/>
                <p:nvPr/>
              </p:nvSpPr>
              <p:spPr>
                <a:xfrm rot="18900000">
                  <a:off x="239400" y="499464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8" h="4937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61560" bIns="6156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7" name="Google Shape;678;p17"/>
                <p:cNvSpPr/>
                <p:nvPr/>
              </p:nvSpPr>
              <p:spPr>
                <a:xfrm rot="18900000">
                  <a:off x="239760" y="4886280"/>
                  <a:ext cx="123120" cy="12348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480"/>
                    <a:gd name="textAreaBottom" fmla="*/ 123840 h 123480"/>
                  </a:gdLst>
                  <a:ahLst/>
                  <a:cxnLst/>
                  <a:rect l="textAreaLeft" t="textAreaTop" r="textAreaRight" b="textAreaBottom"/>
                  <a:pathLst>
                    <a:path w="4937" h="4953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61920" bIns="6192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8" name="Google Shape;679;p17"/>
                <p:cNvSpPr/>
                <p:nvPr/>
              </p:nvSpPr>
              <p:spPr>
                <a:xfrm rot="18900000">
                  <a:off x="239400" y="4778280"/>
                  <a:ext cx="123480" cy="123120"/>
                </a:xfrm>
                <a:custGeom>
                  <a:avLst/>
                  <a:gdLst>
                    <a:gd name="textAreaLeft" fmla="*/ 0 w 123480"/>
                    <a:gd name="textAreaRight" fmla="*/ 123840 w 12348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53" h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61560" bIns="6156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9" name="Google Shape;680;p17"/>
                <p:cNvSpPr/>
                <p:nvPr/>
              </p:nvSpPr>
              <p:spPr>
                <a:xfrm rot="18900000">
                  <a:off x="239400" y="4670280"/>
                  <a:ext cx="123480" cy="123120"/>
                </a:xfrm>
                <a:custGeom>
                  <a:avLst/>
                  <a:gdLst>
                    <a:gd name="textAreaLeft" fmla="*/ 0 w 123480"/>
                    <a:gd name="textAreaRight" fmla="*/ 123840 w 12348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53" h="4937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61560" bIns="6156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0" name="Google Shape;681;p17"/>
                <p:cNvSpPr/>
                <p:nvPr/>
              </p:nvSpPr>
              <p:spPr>
                <a:xfrm rot="18900000">
                  <a:off x="239760" y="456228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7" h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61560" bIns="6156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1" name="Google Shape;682;p17"/>
                <p:cNvSpPr/>
                <p:nvPr/>
              </p:nvSpPr>
              <p:spPr>
                <a:xfrm rot="18900000">
                  <a:off x="239400" y="445428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8" h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61560" bIns="6156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2" name="Google Shape;683;p17"/>
                <p:cNvSpPr/>
                <p:nvPr/>
              </p:nvSpPr>
              <p:spPr>
                <a:xfrm rot="18900000">
                  <a:off x="239760" y="4345560"/>
                  <a:ext cx="123120" cy="12348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480"/>
                    <a:gd name="textAreaBottom" fmla="*/ 123840 h 123480"/>
                  </a:gdLst>
                  <a:ahLst/>
                  <a:cxnLst/>
                  <a:rect l="textAreaLeft" t="textAreaTop" r="textAreaRight" b="textAreaBottom"/>
                  <a:pathLst>
                    <a:path w="4937" h="4953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61920" bIns="6192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33" name="Google Shape;684;p17"/>
              <p:cNvGrpSpPr/>
              <p:nvPr/>
            </p:nvGrpSpPr>
            <p:grpSpPr>
              <a:xfrm>
                <a:off x="20520" y="2584080"/>
                <a:ext cx="174600" cy="823320"/>
                <a:chOff x="20520" y="2584080"/>
                <a:chExt cx="174600" cy="823320"/>
              </a:xfrm>
            </p:grpSpPr>
            <p:sp>
              <p:nvSpPr>
                <p:cNvPr id="434" name="Google Shape;685;p17"/>
                <p:cNvSpPr/>
                <p:nvPr/>
              </p:nvSpPr>
              <p:spPr>
                <a:xfrm rot="18900000">
                  <a:off x="45720" y="325872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8" h="4937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61560" bIns="6156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5" name="Google Shape;686;p17"/>
                <p:cNvSpPr/>
                <p:nvPr/>
              </p:nvSpPr>
              <p:spPr>
                <a:xfrm rot="18900000">
                  <a:off x="46080" y="3150360"/>
                  <a:ext cx="123120" cy="12348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480"/>
                    <a:gd name="textAreaBottom" fmla="*/ 123840 h 123480"/>
                  </a:gdLst>
                  <a:ahLst/>
                  <a:cxnLst/>
                  <a:rect l="textAreaLeft" t="textAreaTop" r="textAreaRight" b="textAreaBottom"/>
                  <a:pathLst>
                    <a:path w="4937" h="4953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61920" bIns="6192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6" name="Google Shape;687;p17"/>
                <p:cNvSpPr/>
                <p:nvPr/>
              </p:nvSpPr>
              <p:spPr>
                <a:xfrm rot="18900000">
                  <a:off x="45720" y="3042360"/>
                  <a:ext cx="123480" cy="123120"/>
                </a:xfrm>
                <a:custGeom>
                  <a:avLst/>
                  <a:gdLst>
                    <a:gd name="textAreaLeft" fmla="*/ 0 w 123480"/>
                    <a:gd name="textAreaRight" fmla="*/ 123840 w 12348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53" h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61560" bIns="6156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7" name="Google Shape;688;p17"/>
                <p:cNvSpPr/>
                <p:nvPr/>
              </p:nvSpPr>
              <p:spPr>
                <a:xfrm rot="18900000">
                  <a:off x="45720" y="2934360"/>
                  <a:ext cx="123480" cy="123120"/>
                </a:xfrm>
                <a:custGeom>
                  <a:avLst/>
                  <a:gdLst>
                    <a:gd name="textAreaLeft" fmla="*/ 0 w 123480"/>
                    <a:gd name="textAreaRight" fmla="*/ 123840 w 12348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53" h="4937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61560" bIns="6156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8" name="Google Shape;689;p17"/>
                <p:cNvSpPr/>
                <p:nvPr/>
              </p:nvSpPr>
              <p:spPr>
                <a:xfrm rot="18900000">
                  <a:off x="46080" y="282636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7" h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61560" bIns="6156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9" name="Google Shape;690;p17"/>
                <p:cNvSpPr/>
                <p:nvPr/>
              </p:nvSpPr>
              <p:spPr>
                <a:xfrm rot="18900000">
                  <a:off x="45720" y="271836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8" h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61560" bIns="6156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0" name="Google Shape;691;p17"/>
                <p:cNvSpPr/>
                <p:nvPr/>
              </p:nvSpPr>
              <p:spPr>
                <a:xfrm rot="18900000">
                  <a:off x="46080" y="2609280"/>
                  <a:ext cx="123120" cy="12348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480"/>
                    <a:gd name="textAreaBottom" fmla="*/ 123840 h 123480"/>
                  </a:gdLst>
                  <a:ahLst/>
                  <a:cxnLst/>
                  <a:rect l="textAreaLeft" t="textAreaTop" r="textAreaRight" b="textAreaBottom"/>
                  <a:pathLst>
                    <a:path w="4937" h="4953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61920" bIns="6192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441" name="Google Shape;692;p17"/>
              <p:cNvSpPr/>
              <p:nvPr/>
            </p:nvSpPr>
            <p:spPr>
              <a:xfrm flipH="1" rot="2700000">
                <a:off x="-1073880" y="473760"/>
                <a:ext cx="2925000" cy="3057480"/>
              </a:xfrm>
              <a:custGeom>
                <a:avLst/>
                <a:gdLst>
                  <a:gd name="textAreaLeft" fmla="*/ -360 w 2925000"/>
                  <a:gd name="textAreaRight" fmla="*/ 2925000 w 2925000"/>
                  <a:gd name="textAreaTop" fmla="*/ 0 h 3057480"/>
                  <a:gd name="textAreaBottom" fmla="*/ 3057840 h 305748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42" name="Google Shape;693;p17"/>
            <p:cNvGrpSpPr/>
            <p:nvPr/>
          </p:nvGrpSpPr>
          <p:grpSpPr>
            <a:xfrm>
              <a:off x="-234360" y="3727440"/>
              <a:ext cx="438840" cy="438840"/>
              <a:chOff x="-234360" y="3727440"/>
              <a:chExt cx="438840" cy="438840"/>
            </a:xfrm>
          </p:grpSpPr>
          <p:sp>
            <p:nvSpPr>
              <p:cNvPr id="443" name="Google Shape;694;p17"/>
              <p:cNvSpPr/>
              <p:nvPr/>
            </p:nvSpPr>
            <p:spPr>
              <a:xfrm>
                <a:off x="-234360" y="372744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4" name="Google Shape;695;p17"/>
              <p:cNvSpPr/>
              <p:nvPr/>
            </p:nvSpPr>
            <p:spPr>
              <a:xfrm>
                <a:off x="-146160" y="382752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45" name="Google Shape;696;p17"/>
            <p:cNvGrpSpPr/>
            <p:nvPr/>
          </p:nvGrpSpPr>
          <p:grpSpPr>
            <a:xfrm>
              <a:off x="713520" y="4931640"/>
              <a:ext cx="438840" cy="438840"/>
              <a:chOff x="713520" y="4931640"/>
              <a:chExt cx="438840" cy="438840"/>
            </a:xfrm>
          </p:grpSpPr>
          <p:sp>
            <p:nvSpPr>
              <p:cNvPr id="446" name="Google Shape;697;p17"/>
              <p:cNvSpPr/>
              <p:nvPr/>
            </p:nvSpPr>
            <p:spPr>
              <a:xfrm rot="10800000">
                <a:off x="713520" y="493164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7" name="Google Shape;698;p17"/>
              <p:cNvSpPr/>
              <p:nvPr/>
            </p:nvSpPr>
            <p:spPr>
              <a:xfrm rot="10800000">
                <a:off x="801720" y="503100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48" name="Google Shape;699;p17"/>
          <p:cNvGrpSpPr/>
          <p:nvPr/>
        </p:nvGrpSpPr>
        <p:grpSpPr>
          <a:xfrm>
            <a:off x="6642360" y="-392400"/>
            <a:ext cx="4558680" cy="1863360"/>
            <a:chOff x="6642360" y="-392400"/>
            <a:chExt cx="4558680" cy="1863360"/>
          </a:xfrm>
        </p:grpSpPr>
        <p:pic>
          <p:nvPicPr>
            <p:cNvPr id="449" name="Google Shape;700;p17"/>
            <p:cNvPicPr/>
            <p:nvPr/>
          </p:nvPicPr>
          <p:blipFill>
            <a:blip r:embed="rId2"/>
            <a:stretch/>
          </p:blipFill>
          <p:spPr>
            <a:xfrm>
              <a:off x="8354880" y="-392400"/>
              <a:ext cx="2441520" cy="18633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50" name="Google Shape;701;p17"/>
            <p:cNvGrpSpPr/>
            <p:nvPr/>
          </p:nvGrpSpPr>
          <p:grpSpPr>
            <a:xfrm>
              <a:off x="7215120" y="-117000"/>
              <a:ext cx="2584080" cy="1134720"/>
              <a:chOff x="7215120" y="-117000"/>
              <a:chExt cx="2584080" cy="1134720"/>
            </a:xfrm>
          </p:grpSpPr>
          <p:grpSp>
            <p:nvGrpSpPr>
              <p:cNvPr id="451" name="Google Shape;702;p17"/>
              <p:cNvGrpSpPr/>
              <p:nvPr/>
            </p:nvGrpSpPr>
            <p:grpSpPr>
              <a:xfrm>
                <a:off x="7429320" y="-117000"/>
                <a:ext cx="2369880" cy="1134720"/>
                <a:chOff x="7429320" y="-117000"/>
                <a:chExt cx="2369880" cy="1134720"/>
              </a:xfrm>
            </p:grpSpPr>
            <p:sp>
              <p:nvSpPr>
                <p:cNvPr id="452" name="Google Shape;703;p17"/>
                <p:cNvSpPr/>
                <p:nvPr/>
              </p:nvSpPr>
              <p:spPr>
                <a:xfrm rot="16200000">
                  <a:off x="7993080" y="-680400"/>
                  <a:ext cx="1134360" cy="2262240"/>
                </a:xfrm>
                <a:custGeom>
                  <a:avLst/>
                  <a:gdLst>
                    <a:gd name="textAreaLeft" fmla="*/ 0 w 1134360"/>
                    <a:gd name="textAreaRight" fmla="*/ 1134720 w 1134360"/>
                    <a:gd name="textAreaTop" fmla="*/ 0 h 2262240"/>
                    <a:gd name="textAreaBottom" fmla="*/ 2262600 h 2262240"/>
                  </a:gdLst>
                  <a:ahLst/>
                  <a:cxnLst/>
                  <a:rect l="textAreaLeft" t="textAreaTop" r="textAreaRight" b="textAreaBottom"/>
                  <a:pathLst>
                    <a:path w="34647" h="69081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3" name="Google Shape;704;p17"/>
                <p:cNvSpPr/>
                <p:nvPr/>
              </p:nvSpPr>
              <p:spPr>
                <a:xfrm rot="5400000">
                  <a:off x="8100720" y="-680760"/>
                  <a:ext cx="1134360" cy="2262240"/>
                </a:xfrm>
                <a:custGeom>
                  <a:avLst/>
                  <a:gdLst>
                    <a:gd name="textAreaLeft" fmla="*/ 0 w 1134360"/>
                    <a:gd name="textAreaRight" fmla="*/ 1134720 w 1134360"/>
                    <a:gd name="textAreaTop" fmla="*/ 0 h 2262240"/>
                    <a:gd name="textAreaBottom" fmla="*/ 2262600 h 2262240"/>
                  </a:gdLst>
                  <a:ahLst/>
                  <a:cxnLst/>
                  <a:rect l="textAreaLeft" t="textAreaTop" r="textAreaRight" b="textAreaBottom"/>
                  <a:pathLst>
                    <a:path w="34647" h="69081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454" name="Google Shape;705;p17"/>
              <p:cNvSpPr/>
              <p:nvPr/>
            </p:nvSpPr>
            <p:spPr>
              <a:xfrm rot="5400000">
                <a:off x="8213400" y="-4932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5" name="Google Shape;706;p17"/>
              <p:cNvSpPr/>
              <p:nvPr/>
            </p:nvSpPr>
            <p:spPr>
              <a:xfrm rot="5400000">
                <a:off x="8574840" y="8172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456" name="Google Shape;707;p17"/>
              <p:cNvGrpSpPr/>
              <p:nvPr/>
            </p:nvGrpSpPr>
            <p:grpSpPr>
              <a:xfrm>
                <a:off x="7215120" y="-98640"/>
                <a:ext cx="1001160" cy="360360"/>
                <a:chOff x="7215120" y="-98640"/>
                <a:chExt cx="1001160" cy="360360"/>
              </a:xfrm>
            </p:grpSpPr>
            <p:sp>
              <p:nvSpPr>
                <p:cNvPr id="457" name="Google Shape;708;p17"/>
                <p:cNvSpPr/>
                <p:nvPr/>
              </p:nvSpPr>
              <p:spPr>
                <a:xfrm flipV="1" rot="13500000">
                  <a:off x="7914960" y="-39600"/>
                  <a:ext cx="249480" cy="24948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-360 h 249480"/>
                    <a:gd name="textAreaBottom" fmla="*/ 249480 h 24948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8" name="Google Shape;709;p17"/>
                <p:cNvSpPr/>
                <p:nvPr/>
              </p:nvSpPr>
              <p:spPr>
                <a:xfrm flipV="1" rot="13500000">
                  <a:off x="7807320" y="-39600"/>
                  <a:ext cx="249480" cy="24948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-360 h 249480"/>
                    <a:gd name="textAreaBottom" fmla="*/ 249480 h 24948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9" name="Google Shape;710;p17"/>
                <p:cNvSpPr/>
                <p:nvPr/>
              </p:nvSpPr>
              <p:spPr>
                <a:xfrm flipV="1" rot="13500000">
                  <a:off x="7698960" y="-39600"/>
                  <a:ext cx="249480" cy="24948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-360 h 249480"/>
                    <a:gd name="textAreaBottom" fmla="*/ 249480 h 24948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0" name="Google Shape;711;p17"/>
                <p:cNvSpPr/>
                <p:nvPr/>
              </p:nvSpPr>
              <p:spPr>
                <a:xfrm flipV="1" rot="13500000">
                  <a:off x="7590960" y="-47160"/>
                  <a:ext cx="249480" cy="24912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360 h 249120"/>
                    <a:gd name="textAreaBottom" fmla="*/ 249840 h 24912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1" name="Google Shape;712;p17"/>
                <p:cNvSpPr/>
                <p:nvPr/>
              </p:nvSpPr>
              <p:spPr>
                <a:xfrm flipV="1" rot="13500000">
                  <a:off x="7482600" y="-39240"/>
                  <a:ext cx="249480" cy="24948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-360 h 249480"/>
                    <a:gd name="textAreaBottom" fmla="*/ 249480 h 24948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2" name="Google Shape;713;p17"/>
                <p:cNvSpPr/>
                <p:nvPr/>
              </p:nvSpPr>
              <p:spPr>
                <a:xfrm flipV="1" rot="13500000">
                  <a:off x="7374600" y="-39240"/>
                  <a:ext cx="249120" cy="249120"/>
                </a:xfrm>
                <a:custGeom>
                  <a:avLst/>
                  <a:gdLst>
                    <a:gd name="textAreaLeft" fmla="*/ 0 w 249120"/>
                    <a:gd name="textAreaRight" fmla="*/ 249480 w 249120"/>
                    <a:gd name="textAreaTop" fmla="*/ 360 h 249120"/>
                    <a:gd name="textAreaBottom" fmla="*/ 249840 h 24912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3" name="Google Shape;714;p17"/>
                <p:cNvSpPr/>
                <p:nvPr/>
              </p:nvSpPr>
              <p:spPr>
                <a:xfrm flipV="1" rot="13500000">
                  <a:off x="7266600" y="-39240"/>
                  <a:ext cx="249480" cy="24948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-360 h 249480"/>
                    <a:gd name="textAreaBottom" fmla="*/ 249480 h 24948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64" name="Google Shape;715;p17"/>
            <p:cNvGrpSpPr/>
            <p:nvPr/>
          </p:nvGrpSpPr>
          <p:grpSpPr>
            <a:xfrm>
              <a:off x="6642360" y="234000"/>
              <a:ext cx="4558680" cy="133920"/>
              <a:chOff x="6642360" y="234000"/>
              <a:chExt cx="4558680" cy="133920"/>
            </a:xfrm>
          </p:grpSpPr>
          <p:sp>
            <p:nvSpPr>
              <p:cNvPr id="465" name="Google Shape;716;p17"/>
              <p:cNvSpPr/>
              <p:nvPr/>
            </p:nvSpPr>
            <p:spPr>
              <a:xfrm rot="10800000">
                <a:off x="6642360" y="234000"/>
                <a:ext cx="133920" cy="133920"/>
              </a:xfrm>
              <a:prstGeom prst="ellipse">
                <a:avLst/>
              </a:prstGeom>
              <a:noFill/>
              <a:ln w="9360">
                <a:solidFill>
                  <a:schemeClr val="dk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520" bIns="4752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466" name="Google Shape;717;p17"/>
              <p:cNvCxnSpPr/>
              <p:nvPr/>
            </p:nvCxnSpPr>
            <p:spPr>
              <a:xfrm flipH="1">
                <a:off x="6738120" y="300960"/>
                <a:ext cx="4463280" cy="360"/>
              </a:xfrm>
              <a:prstGeom prst="straightConnector1">
                <a:avLst/>
              </a:prstGeom>
              <a:ln w="9360">
                <a:solidFill>
                  <a:schemeClr val="dk2"/>
                </a:solidFill>
                <a:round/>
              </a:ln>
            </p:spPr>
          </p:cxnSp>
          <p:sp>
            <p:nvSpPr>
              <p:cNvPr id="467" name="Google Shape;718;p17"/>
              <p:cNvSpPr/>
              <p:nvPr/>
            </p:nvSpPr>
            <p:spPr>
              <a:xfrm rot="10800000">
                <a:off x="6672960" y="26460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endParaRPr lang="en-GB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title"/>
          </p:nvPr>
        </p:nvSpPr>
        <p:spPr>
          <a:xfrm>
            <a:off x="720000" y="2079360"/>
            <a:ext cx="5597640" cy="8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PlaceHolder 2"/>
          <p:cNvSpPr>
            <a:spLocks noGrp="1"/>
          </p:cNvSpPr>
          <p:nvPr>
            <p:ph type="title"/>
          </p:nvPr>
        </p:nvSpPr>
        <p:spPr>
          <a:xfrm>
            <a:off x="720000" y="1025640"/>
            <a:ext cx="1702080" cy="993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GB" sz="6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GB" sz="6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en-GB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71" name="Google Shape;99;p3"/>
          <p:cNvGrpSpPr/>
          <p:nvPr/>
        </p:nvGrpSpPr>
        <p:grpSpPr>
          <a:xfrm>
            <a:off x="-538920" y="-1717200"/>
            <a:ext cx="4167000" cy="4161240"/>
            <a:chOff x="-538920" y="-1717200"/>
            <a:chExt cx="4167000" cy="4161240"/>
          </a:xfrm>
        </p:grpSpPr>
        <p:grpSp>
          <p:nvGrpSpPr>
            <p:cNvPr id="472" name="Google Shape;100;p3"/>
            <p:cNvGrpSpPr/>
            <p:nvPr/>
          </p:nvGrpSpPr>
          <p:grpSpPr>
            <a:xfrm>
              <a:off x="-538920" y="-385560"/>
              <a:ext cx="1740960" cy="1288080"/>
              <a:chOff x="-538920" y="-385560"/>
              <a:chExt cx="1740960" cy="1288080"/>
            </a:xfrm>
          </p:grpSpPr>
          <p:sp>
            <p:nvSpPr>
              <p:cNvPr id="473" name="Google Shape;101;p3"/>
              <p:cNvSpPr/>
              <p:nvPr/>
            </p:nvSpPr>
            <p:spPr>
              <a:xfrm rot="2700000">
                <a:off x="-360000" y="-186840"/>
                <a:ext cx="930600" cy="891000"/>
              </a:xfrm>
              <a:custGeom>
                <a:avLst/>
                <a:gdLst>
                  <a:gd name="textAreaLeft" fmla="*/ 0 w 930600"/>
                  <a:gd name="textAreaRight" fmla="*/ 930960 w 930600"/>
                  <a:gd name="textAreaTop" fmla="*/ 0 h 891000"/>
                  <a:gd name="textAreaBottom" fmla="*/ 891360 h 89100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l="0" t="0" r="100000" b="10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4" name="Google Shape;102;p3"/>
              <p:cNvSpPr/>
              <p:nvPr/>
            </p:nvSpPr>
            <p:spPr>
              <a:xfrm rot="2700000">
                <a:off x="92520" y="-186840"/>
                <a:ext cx="930600" cy="891000"/>
              </a:xfrm>
              <a:custGeom>
                <a:avLst/>
                <a:gdLst>
                  <a:gd name="textAreaLeft" fmla="*/ 0 w 930600"/>
                  <a:gd name="textAreaRight" fmla="*/ 930960 w 930600"/>
                  <a:gd name="textAreaTop" fmla="*/ 0 h 891000"/>
                  <a:gd name="textAreaBottom" fmla="*/ 891360 h 89100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l="0" t="0" r="100000" b="10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75" name="Google Shape;103;p3"/>
            <p:cNvGrpSpPr/>
            <p:nvPr/>
          </p:nvGrpSpPr>
          <p:grpSpPr>
            <a:xfrm>
              <a:off x="201240" y="-185040"/>
              <a:ext cx="207720" cy="1824480"/>
              <a:chOff x="201240" y="-185040"/>
              <a:chExt cx="207720" cy="1824480"/>
            </a:xfrm>
          </p:grpSpPr>
          <p:sp>
            <p:nvSpPr>
              <p:cNvPr id="476" name="Google Shape;104;p3"/>
              <p:cNvSpPr/>
              <p:nvPr/>
            </p:nvSpPr>
            <p:spPr>
              <a:xfrm>
                <a:off x="201240" y="-185040"/>
                <a:ext cx="12240" cy="18244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824480"/>
                  <a:gd name="textAreaBottom" fmla="*/ 1824840 h 182448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7" name="Google Shape;105;p3"/>
              <p:cNvSpPr/>
              <p:nvPr/>
            </p:nvSpPr>
            <p:spPr>
              <a:xfrm>
                <a:off x="396720" y="-185040"/>
                <a:ext cx="12240" cy="18244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824480"/>
                  <a:gd name="textAreaBottom" fmla="*/ 1824840 h 182448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78" name="Google Shape;106;p3"/>
            <p:cNvGrpSpPr/>
            <p:nvPr/>
          </p:nvGrpSpPr>
          <p:grpSpPr>
            <a:xfrm>
              <a:off x="396720" y="-169920"/>
              <a:ext cx="699120" cy="478080"/>
              <a:chOff x="396720" y="-169920"/>
              <a:chExt cx="699120" cy="478080"/>
            </a:xfrm>
          </p:grpSpPr>
          <p:grpSp>
            <p:nvGrpSpPr>
              <p:cNvPr id="479" name="Google Shape;107;p3"/>
              <p:cNvGrpSpPr/>
              <p:nvPr/>
            </p:nvGrpSpPr>
            <p:grpSpPr>
              <a:xfrm>
                <a:off x="396720" y="-169920"/>
                <a:ext cx="478080" cy="478080"/>
                <a:chOff x="396720" y="-169920"/>
                <a:chExt cx="478080" cy="478080"/>
              </a:xfrm>
            </p:grpSpPr>
            <p:sp>
              <p:nvSpPr>
                <p:cNvPr id="480" name="Google Shape;108;p3"/>
                <p:cNvSpPr/>
                <p:nvPr/>
              </p:nvSpPr>
              <p:spPr>
                <a:xfrm rot="2700000">
                  <a:off x="462960" y="-9612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481" name="Google Shape;109;p3"/>
                <p:cNvGrpSpPr/>
                <p:nvPr/>
              </p:nvGrpSpPr>
              <p:grpSpPr>
                <a:xfrm>
                  <a:off x="441720" y="-68760"/>
                  <a:ext cx="387360" cy="222840"/>
                  <a:chOff x="441720" y="-68760"/>
                  <a:chExt cx="387360" cy="222840"/>
                </a:xfrm>
              </p:grpSpPr>
              <p:sp>
                <p:nvSpPr>
                  <p:cNvPr id="482" name="Google Shape;110;p3"/>
                  <p:cNvSpPr/>
                  <p:nvPr/>
                </p:nvSpPr>
                <p:spPr>
                  <a:xfrm rot="2700000">
                    <a:off x="47448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483" name="Google Shape;111;p3"/>
                  <p:cNvSpPr/>
                  <p:nvPr/>
                </p:nvSpPr>
                <p:spPr>
                  <a:xfrm rot="2700000">
                    <a:off x="55656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484" name="Google Shape;112;p3"/>
                  <p:cNvSpPr/>
                  <p:nvPr/>
                </p:nvSpPr>
                <p:spPr>
                  <a:xfrm rot="2700000">
                    <a:off x="59760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485" name="Google Shape;113;p3"/>
                  <p:cNvSpPr/>
                  <p:nvPr/>
                </p:nvSpPr>
                <p:spPr>
                  <a:xfrm rot="2700000">
                    <a:off x="51552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486" name="Google Shape;114;p3"/>
                  <p:cNvSpPr/>
                  <p:nvPr/>
                </p:nvSpPr>
                <p:spPr>
                  <a:xfrm rot="2700000">
                    <a:off x="63864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sp>
            <p:nvSpPr>
              <p:cNvPr id="487" name="Google Shape;115;p3"/>
              <p:cNvSpPr/>
              <p:nvPr/>
            </p:nvSpPr>
            <p:spPr>
              <a:xfrm rot="18900000">
                <a:off x="727920" y="-9000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88" name="Google Shape;116;p3"/>
            <p:cNvGrpSpPr/>
            <p:nvPr/>
          </p:nvGrpSpPr>
          <p:grpSpPr>
            <a:xfrm>
              <a:off x="911160" y="-133200"/>
              <a:ext cx="591840" cy="404640"/>
              <a:chOff x="911160" y="-133200"/>
              <a:chExt cx="591840" cy="404640"/>
            </a:xfrm>
          </p:grpSpPr>
          <p:grpSp>
            <p:nvGrpSpPr>
              <p:cNvPr id="489" name="Google Shape;117;p3"/>
              <p:cNvGrpSpPr/>
              <p:nvPr/>
            </p:nvGrpSpPr>
            <p:grpSpPr>
              <a:xfrm>
                <a:off x="911160" y="-133200"/>
                <a:ext cx="404640" cy="404640"/>
                <a:chOff x="911160" y="-133200"/>
                <a:chExt cx="404640" cy="404640"/>
              </a:xfrm>
            </p:grpSpPr>
            <p:sp>
              <p:nvSpPr>
                <p:cNvPr id="490" name="Google Shape;118;p3"/>
                <p:cNvSpPr/>
                <p:nvPr/>
              </p:nvSpPr>
              <p:spPr>
                <a:xfrm rot="2700000">
                  <a:off x="967320" y="-70560"/>
                  <a:ext cx="292320" cy="280080"/>
                </a:xfrm>
                <a:custGeom>
                  <a:avLst/>
                  <a:gdLst>
                    <a:gd name="textAreaLeft" fmla="*/ 0 w 292320"/>
                    <a:gd name="textAreaRight" fmla="*/ 292680 w 292320"/>
                    <a:gd name="textAreaTop" fmla="*/ 0 h 280080"/>
                    <a:gd name="textAreaBottom" fmla="*/ 280440 h 2800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491" name="Google Shape;119;p3"/>
                <p:cNvGrpSpPr/>
                <p:nvPr/>
              </p:nvGrpSpPr>
              <p:grpSpPr>
                <a:xfrm>
                  <a:off x="948960" y="-47880"/>
                  <a:ext cx="327600" cy="189360"/>
                  <a:chOff x="948960" y="-47880"/>
                  <a:chExt cx="327600" cy="189360"/>
                </a:xfrm>
              </p:grpSpPr>
              <p:sp>
                <p:nvSpPr>
                  <p:cNvPr id="492" name="Google Shape;120;p3"/>
                  <p:cNvSpPr/>
                  <p:nvPr/>
                </p:nvSpPr>
                <p:spPr>
                  <a:xfrm rot="2700000">
                    <a:off x="976320" y="-2016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66960" bIns="6696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493" name="Google Shape;121;p3"/>
                  <p:cNvSpPr/>
                  <p:nvPr/>
                </p:nvSpPr>
                <p:spPr>
                  <a:xfrm rot="2700000">
                    <a:off x="1046160" y="-2016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66960" bIns="6696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494" name="Google Shape;122;p3"/>
                  <p:cNvSpPr/>
                  <p:nvPr/>
                </p:nvSpPr>
                <p:spPr>
                  <a:xfrm rot="2700000">
                    <a:off x="1080720" y="-2016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66960" bIns="6696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495" name="Google Shape;123;p3"/>
                  <p:cNvSpPr/>
                  <p:nvPr/>
                </p:nvSpPr>
                <p:spPr>
                  <a:xfrm rot="2700000">
                    <a:off x="1011240" y="-1980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66960" bIns="6696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496" name="Google Shape;124;p3"/>
                  <p:cNvSpPr/>
                  <p:nvPr/>
                </p:nvSpPr>
                <p:spPr>
                  <a:xfrm rot="2700000">
                    <a:off x="1115280" y="-1980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66960" bIns="6696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sp>
            <p:nvSpPr>
              <p:cNvPr id="497" name="Google Shape;125;p3"/>
              <p:cNvSpPr/>
              <p:nvPr/>
            </p:nvSpPr>
            <p:spPr>
              <a:xfrm rot="18900000">
                <a:off x="1191240" y="-65520"/>
                <a:ext cx="274680" cy="218160"/>
              </a:xfrm>
              <a:custGeom>
                <a:avLst/>
                <a:gdLst>
                  <a:gd name="textAreaLeft" fmla="*/ 0 w 274680"/>
                  <a:gd name="textAreaRight" fmla="*/ 275040 w 274680"/>
                  <a:gd name="textAreaTop" fmla="*/ 0 h 218160"/>
                  <a:gd name="textAreaBottom" fmla="*/ 218520 h 2181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98" name="Google Shape;126;p3"/>
            <p:cNvGrpSpPr/>
            <p:nvPr/>
          </p:nvGrpSpPr>
          <p:grpSpPr>
            <a:xfrm>
              <a:off x="-44640" y="488160"/>
              <a:ext cx="699120" cy="478080"/>
              <a:chOff x="-44640" y="488160"/>
              <a:chExt cx="699120" cy="478080"/>
            </a:xfrm>
          </p:grpSpPr>
          <p:grpSp>
            <p:nvGrpSpPr>
              <p:cNvPr id="499" name="Google Shape;127;p3"/>
              <p:cNvGrpSpPr/>
              <p:nvPr/>
            </p:nvGrpSpPr>
            <p:grpSpPr>
              <a:xfrm>
                <a:off x="-44640" y="488160"/>
                <a:ext cx="478080" cy="478080"/>
                <a:chOff x="-44640" y="488160"/>
                <a:chExt cx="478080" cy="478080"/>
              </a:xfrm>
            </p:grpSpPr>
            <p:sp>
              <p:nvSpPr>
                <p:cNvPr id="500" name="Google Shape;128;p3"/>
                <p:cNvSpPr/>
                <p:nvPr/>
              </p:nvSpPr>
              <p:spPr>
                <a:xfrm rot="2700000">
                  <a:off x="21600" y="56160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501" name="Google Shape;129;p3"/>
                <p:cNvGrpSpPr/>
                <p:nvPr/>
              </p:nvGrpSpPr>
              <p:grpSpPr>
                <a:xfrm>
                  <a:off x="0" y="588960"/>
                  <a:ext cx="387360" cy="222840"/>
                  <a:chOff x="0" y="588960"/>
                  <a:chExt cx="387360" cy="222840"/>
                </a:xfrm>
              </p:grpSpPr>
              <p:sp>
                <p:nvSpPr>
                  <p:cNvPr id="502" name="Google Shape;130;p3"/>
                  <p:cNvSpPr/>
                  <p:nvPr/>
                </p:nvSpPr>
                <p:spPr>
                  <a:xfrm rot="2700000">
                    <a:off x="3240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03" name="Google Shape;131;p3"/>
                  <p:cNvSpPr/>
                  <p:nvPr/>
                </p:nvSpPr>
                <p:spPr>
                  <a:xfrm rot="2700000">
                    <a:off x="11484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04" name="Google Shape;132;p3"/>
                  <p:cNvSpPr/>
                  <p:nvPr/>
                </p:nvSpPr>
                <p:spPr>
                  <a:xfrm rot="2700000">
                    <a:off x="15552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05" name="Google Shape;133;p3"/>
                  <p:cNvSpPr/>
                  <p:nvPr/>
                </p:nvSpPr>
                <p:spPr>
                  <a:xfrm rot="2700000">
                    <a:off x="7344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06" name="Google Shape;134;p3"/>
                  <p:cNvSpPr/>
                  <p:nvPr/>
                </p:nvSpPr>
                <p:spPr>
                  <a:xfrm rot="2700000">
                    <a:off x="19692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sp>
            <p:nvSpPr>
              <p:cNvPr id="507" name="Google Shape;135;p3"/>
              <p:cNvSpPr/>
              <p:nvPr/>
            </p:nvSpPr>
            <p:spPr>
              <a:xfrm rot="18900000">
                <a:off x="286560" y="56736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08" name="Google Shape;136;p3"/>
            <p:cNvGrpSpPr/>
            <p:nvPr/>
          </p:nvGrpSpPr>
          <p:grpSpPr>
            <a:xfrm>
              <a:off x="-293760" y="-1717200"/>
              <a:ext cx="3921840" cy="4161240"/>
              <a:chOff x="-293760" y="-1717200"/>
              <a:chExt cx="3921840" cy="4161240"/>
            </a:xfrm>
          </p:grpSpPr>
          <p:sp>
            <p:nvSpPr>
              <p:cNvPr id="509" name="Google Shape;137;p3"/>
              <p:cNvSpPr/>
              <p:nvPr/>
            </p:nvSpPr>
            <p:spPr>
              <a:xfrm rot="13500000">
                <a:off x="613800" y="-1485720"/>
                <a:ext cx="1997640" cy="3242880"/>
              </a:xfrm>
              <a:custGeom>
                <a:avLst/>
                <a:gdLst>
                  <a:gd name="textAreaLeft" fmla="*/ 0 w 1997640"/>
                  <a:gd name="textAreaRight" fmla="*/ 1998000 w 1997640"/>
                  <a:gd name="textAreaTop" fmla="*/ 0 h 3242880"/>
                  <a:gd name="textAreaBottom" fmla="*/ 3243240 h 324288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0" name="Google Shape;138;p3"/>
              <p:cNvSpPr/>
              <p:nvPr/>
            </p:nvSpPr>
            <p:spPr>
              <a:xfrm rot="13500000">
                <a:off x="164520" y="-283680"/>
                <a:ext cx="1852920" cy="1936800"/>
              </a:xfrm>
              <a:custGeom>
                <a:avLst/>
                <a:gdLst>
                  <a:gd name="textAreaLeft" fmla="*/ 0 w 1852920"/>
                  <a:gd name="textAreaRight" fmla="*/ 1853280 w 1852920"/>
                  <a:gd name="textAreaTop" fmla="*/ 0 h 1936800"/>
                  <a:gd name="textAreaBottom" fmla="*/ 1937160 h 193680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1" name="Google Shape;139;p3"/>
              <p:cNvSpPr/>
              <p:nvPr/>
            </p:nvSpPr>
            <p:spPr>
              <a:xfrm rot="13500000">
                <a:off x="398160" y="-1020960"/>
                <a:ext cx="2538000" cy="3008520"/>
              </a:xfrm>
              <a:custGeom>
                <a:avLst/>
                <a:gdLst>
                  <a:gd name="textAreaLeft" fmla="*/ 0 w 2538000"/>
                  <a:gd name="textAreaRight" fmla="*/ 2538360 w 2538000"/>
                  <a:gd name="textAreaTop" fmla="*/ 0 h 3008520"/>
                  <a:gd name="textAreaBottom" fmla="*/ 3008880 h 30085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1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title"/>
          </p:nvPr>
        </p:nvSpPr>
        <p:spPr>
          <a:xfrm>
            <a:off x="720000" y="2079360"/>
            <a:ext cx="5597640" cy="8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PlaceHolder 2"/>
          <p:cNvSpPr>
            <a:spLocks noGrp="1"/>
          </p:cNvSpPr>
          <p:nvPr>
            <p:ph type="title"/>
          </p:nvPr>
        </p:nvSpPr>
        <p:spPr>
          <a:xfrm>
            <a:off x="720000" y="1025640"/>
            <a:ext cx="1702080" cy="993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GB" sz="6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GB" sz="6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en-GB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15" name="Google Shape;99;p3"/>
          <p:cNvGrpSpPr/>
          <p:nvPr/>
        </p:nvGrpSpPr>
        <p:grpSpPr>
          <a:xfrm>
            <a:off x="-538920" y="-1717200"/>
            <a:ext cx="4167000" cy="4161240"/>
            <a:chOff x="-538920" y="-1717200"/>
            <a:chExt cx="4167000" cy="4161240"/>
          </a:xfrm>
        </p:grpSpPr>
        <p:grpSp>
          <p:nvGrpSpPr>
            <p:cNvPr id="516" name="Google Shape;100;p3"/>
            <p:cNvGrpSpPr/>
            <p:nvPr/>
          </p:nvGrpSpPr>
          <p:grpSpPr>
            <a:xfrm>
              <a:off x="-538920" y="-385560"/>
              <a:ext cx="1740960" cy="1288080"/>
              <a:chOff x="-538920" y="-385560"/>
              <a:chExt cx="1740960" cy="1288080"/>
            </a:xfrm>
          </p:grpSpPr>
          <p:sp>
            <p:nvSpPr>
              <p:cNvPr id="517" name="Google Shape;101;p3"/>
              <p:cNvSpPr/>
              <p:nvPr/>
            </p:nvSpPr>
            <p:spPr>
              <a:xfrm rot="2700000">
                <a:off x="-360000" y="-186840"/>
                <a:ext cx="930600" cy="891000"/>
              </a:xfrm>
              <a:custGeom>
                <a:avLst/>
                <a:gdLst>
                  <a:gd name="textAreaLeft" fmla="*/ 0 w 930600"/>
                  <a:gd name="textAreaRight" fmla="*/ 930960 w 930600"/>
                  <a:gd name="textAreaTop" fmla="*/ 0 h 891000"/>
                  <a:gd name="textAreaBottom" fmla="*/ 891360 h 89100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l="0" t="0" r="100000" b="10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8" name="Google Shape;102;p3"/>
              <p:cNvSpPr/>
              <p:nvPr/>
            </p:nvSpPr>
            <p:spPr>
              <a:xfrm rot="2700000">
                <a:off x="92520" y="-186840"/>
                <a:ext cx="930600" cy="891000"/>
              </a:xfrm>
              <a:custGeom>
                <a:avLst/>
                <a:gdLst>
                  <a:gd name="textAreaLeft" fmla="*/ 0 w 930600"/>
                  <a:gd name="textAreaRight" fmla="*/ 930960 w 930600"/>
                  <a:gd name="textAreaTop" fmla="*/ 0 h 891000"/>
                  <a:gd name="textAreaBottom" fmla="*/ 891360 h 89100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l="0" t="0" r="100000" b="10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19" name="Google Shape;103;p3"/>
            <p:cNvGrpSpPr/>
            <p:nvPr/>
          </p:nvGrpSpPr>
          <p:grpSpPr>
            <a:xfrm>
              <a:off x="201240" y="-185040"/>
              <a:ext cx="207720" cy="1824480"/>
              <a:chOff x="201240" y="-185040"/>
              <a:chExt cx="207720" cy="1824480"/>
            </a:xfrm>
          </p:grpSpPr>
          <p:sp>
            <p:nvSpPr>
              <p:cNvPr id="520" name="Google Shape;104;p3"/>
              <p:cNvSpPr/>
              <p:nvPr/>
            </p:nvSpPr>
            <p:spPr>
              <a:xfrm>
                <a:off x="201240" y="-185040"/>
                <a:ext cx="12240" cy="18244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824480"/>
                  <a:gd name="textAreaBottom" fmla="*/ 1824840 h 182448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1" name="Google Shape;105;p3"/>
              <p:cNvSpPr/>
              <p:nvPr/>
            </p:nvSpPr>
            <p:spPr>
              <a:xfrm>
                <a:off x="396720" y="-185040"/>
                <a:ext cx="12240" cy="18244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824480"/>
                  <a:gd name="textAreaBottom" fmla="*/ 1824840 h 182448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22" name="Google Shape;106;p3"/>
            <p:cNvGrpSpPr/>
            <p:nvPr/>
          </p:nvGrpSpPr>
          <p:grpSpPr>
            <a:xfrm>
              <a:off x="396720" y="-169920"/>
              <a:ext cx="699120" cy="478080"/>
              <a:chOff x="396720" y="-169920"/>
              <a:chExt cx="699120" cy="478080"/>
            </a:xfrm>
          </p:grpSpPr>
          <p:grpSp>
            <p:nvGrpSpPr>
              <p:cNvPr id="523" name="Google Shape;107;p3"/>
              <p:cNvGrpSpPr/>
              <p:nvPr/>
            </p:nvGrpSpPr>
            <p:grpSpPr>
              <a:xfrm>
                <a:off x="396720" y="-169920"/>
                <a:ext cx="478080" cy="478080"/>
                <a:chOff x="396720" y="-169920"/>
                <a:chExt cx="478080" cy="478080"/>
              </a:xfrm>
            </p:grpSpPr>
            <p:sp>
              <p:nvSpPr>
                <p:cNvPr id="524" name="Google Shape;108;p3"/>
                <p:cNvSpPr/>
                <p:nvPr/>
              </p:nvSpPr>
              <p:spPr>
                <a:xfrm rot="2700000">
                  <a:off x="462960" y="-9612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525" name="Google Shape;109;p3"/>
                <p:cNvGrpSpPr/>
                <p:nvPr/>
              </p:nvGrpSpPr>
              <p:grpSpPr>
                <a:xfrm>
                  <a:off x="441720" y="-68760"/>
                  <a:ext cx="387360" cy="222840"/>
                  <a:chOff x="441720" y="-68760"/>
                  <a:chExt cx="387360" cy="222840"/>
                </a:xfrm>
              </p:grpSpPr>
              <p:sp>
                <p:nvSpPr>
                  <p:cNvPr id="526" name="Google Shape;110;p3"/>
                  <p:cNvSpPr/>
                  <p:nvPr/>
                </p:nvSpPr>
                <p:spPr>
                  <a:xfrm rot="2700000">
                    <a:off x="47448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27" name="Google Shape;111;p3"/>
                  <p:cNvSpPr/>
                  <p:nvPr/>
                </p:nvSpPr>
                <p:spPr>
                  <a:xfrm rot="2700000">
                    <a:off x="55656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28" name="Google Shape;112;p3"/>
                  <p:cNvSpPr/>
                  <p:nvPr/>
                </p:nvSpPr>
                <p:spPr>
                  <a:xfrm rot="2700000">
                    <a:off x="59760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29" name="Google Shape;113;p3"/>
                  <p:cNvSpPr/>
                  <p:nvPr/>
                </p:nvSpPr>
                <p:spPr>
                  <a:xfrm rot="2700000">
                    <a:off x="51552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30" name="Google Shape;114;p3"/>
                  <p:cNvSpPr/>
                  <p:nvPr/>
                </p:nvSpPr>
                <p:spPr>
                  <a:xfrm rot="2700000">
                    <a:off x="63864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sp>
            <p:nvSpPr>
              <p:cNvPr id="531" name="Google Shape;115;p3"/>
              <p:cNvSpPr/>
              <p:nvPr/>
            </p:nvSpPr>
            <p:spPr>
              <a:xfrm rot="18900000">
                <a:off x="727920" y="-9000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32" name="Google Shape;116;p3"/>
            <p:cNvGrpSpPr/>
            <p:nvPr/>
          </p:nvGrpSpPr>
          <p:grpSpPr>
            <a:xfrm>
              <a:off x="911160" y="-133200"/>
              <a:ext cx="591840" cy="404640"/>
              <a:chOff x="911160" y="-133200"/>
              <a:chExt cx="591840" cy="404640"/>
            </a:xfrm>
          </p:grpSpPr>
          <p:grpSp>
            <p:nvGrpSpPr>
              <p:cNvPr id="533" name="Google Shape;117;p3"/>
              <p:cNvGrpSpPr/>
              <p:nvPr/>
            </p:nvGrpSpPr>
            <p:grpSpPr>
              <a:xfrm>
                <a:off x="911160" y="-133200"/>
                <a:ext cx="404640" cy="404640"/>
                <a:chOff x="911160" y="-133200"/>
                <a:chExt cx="404640" cy="404640"/>
              </a:xfrm>
            </p:grpSpPr>
            <p:sp>
              <p:nvSpPr>
                <p:cNvPr id="534" name="Google Shape;118;p3"/>
                <p:cNvSpPr/>
                <p:nvPr/>
              </p:nvSpPr>
              <p:spPr>
                <a:xfrm rot="2700000">
                  <a:off x="967320" y="-70560"/>
                  <a:ext cx="292320" cy="280080"/>
                </a:xfrm>
                <a:custGeom>
                  <a:avLst/>
                  <a:gdLst>
                    <a:gd name="textAreaLeft" fmla="*/ 0 w 292320"/>
                    <a:gd name="textAreaRight" fmla="*/ 292680 w 292320"/>
                    <a:gd name="textAreaTop" fmla="*/ 0 h 280080"/>
                    <a:gd name="textAreaBottom" fmla="*/ 280440 h 2800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535" name="Google Shape;119;p3"/>
                <p:cNvGrpSpPr/>
                <p:nvPr/>
              </p:nvGrpSpPr>
              <p:grpSpPr>
                <a:xfrm>
                  <a:off x="948960" y="-47880"/>
                  <a:ext cx="327600" cy="189360"/>
                  <a:chOff x="948960" y="-47880"/>
                  <a:chExt cx="327600" cy="189360"/>
                </a:xfrm>
              </p:grpSpPr>
              <p:sp>
                <p:nvSpPr>
                  <p:cNvPr id="536" name="Google Shape;120;p3"/>
                  <p:cNvSpPr/>
                  <p:nvPr/>
                </p:nvSpPr>
                <p:spPr>
                  <a:xfrm rot="2700000">
                    <a:off x="976320" y="-2016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66960" bIns="6696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37" name="Google Shape;121;p3"/>
                  <p:cNvSpPr/>
                  <p:nvPr/>
                </p:nvSpPr>
                <p:spPr>
                  <a:xfrm rot="2700000">
                    <a:off x="1046160" y="-2016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66960" bIns="6696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38" name="Google Shape;122;p3"/>
                  <p:cNvSpPr/>
                  <p:nvPr/>
                </p:nvSpPr>
                <p:spPr>
                  <a:xfrm rot="2700000">
                    <a:off x="1080720" y="-2016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66960" bIns="6696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39" name="Google Shape;123;p3"/>
                  <p:cNvSpPr/>
                  <p:nvPr/>
                </p:nvSpPr>
                <p:spPr>
                  <a:xfrm rot="2700000">
                    <a:off x="1011240" y="-1980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66960" bIns="6696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40" name="Google Shape;124;p3"/>
                  <p:cNvSpPr/>
                  <p:nvPr/>
                </p:nvSpPr>
                <p:spPr>
                  <a:xfrm rot="2700000">
                    <a:off x="1115280" y="-1980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66960" bIns="6696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sp>
            <p:nvSpPr>
              <p:cNvPr id="541" name="Google Shape;125;p3"/>
              <p:cNvSpPr/>
              <p:nvPr/>
            </p:nvSpPr>
            <p:spPr>
              <a:xfrm rot="18900000">
                <a:off x="1191240" y="-65520"/>
                <a:ext cx="274680" cy="218160"/>
              </a:xfrm>
              <a:custGeom>
                <a:avLst/>
                <a:gdLst>
                  <a:gd name="textAreaLeft" fmla="*/ 0 w 274680"/>
                  <a:gd name="textAreaRight" fmla="*/ 275040 w 274680"/>
                  <a:gd name="textAreaTop" fmla="*/ 0 h 218160"/>
                  <a:gd name="textAreaBottom" fmla="*/ 218520 h 2181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42" name="Google Shape;126;p3"/>
            <p:cNvGrpSpPr/>
            <p:nvPr/>
          </p:nvGrpSpPr>
          <p:grpSpPr>
            <a:xfrm>
              <a:off x="-44640" y="488160"/>
              <a:ext cx="699120" cy="478080"/>
              <a:chOff x="-44640" y="488160"/>
              <a:chExt cx="699120" cy="478080"/>
            </a:xfrm>
          </p:grpSpPr>
          <p:grpSp>
            <p:nvGrpSpPr>
              <p:cNvPr id="543" name="Google Shape;127;p3"/>
              <p:cNvGrpSpPr/>
              <p:nvPr/>
            </p:nvGrpSpPr>
            <p:grpSpPr>
              <a:xfrm>
                <a:off x="-44640" y="488160"/>
                <a:ext cx="478080" cy="478080"/>
                <a:chOff x="-44640" y="488160"/>
                <a:chExt cx="478080" cy="478080"/>
              </a:xfrm>
            </p:grpSpPr>
            <p:sp>
              <p:nvSpPr>
                <p:cNvPr id="544" name="Google Shape;128;p3"/>
                <p:cNvSpPr/>
                <p:nvPr/>
              </p:nvSpPr>
              <p:spPr>
                <a:xfrm rot="2700000">
                  <a:off x="21600" y="56160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545" name="Google Shape;129;p3"/>
                <p:cNvGrpSpPr/>
                <p:nvPr/>
              </p:nvGrpSpPr>
              <p:grpSpPr>
                <a:xfrm>
                  <a:off x="0" y="588960"/>
                  <a:ext cx="387360" cy="222840"/>
                  <a:chOff x="0" y="588960"/>
                  <a:chExt cx="387360" cy="222840"/>
                </a:xfrm>
              </p:grpSpPr>
              <p:sp>
                <p:nvSpPr>
                  <p:cNvPr id="546" name="Google Shape;130;p3"/>
                  <p:cNvSpPr/>
                  <p:nvPr/>
                </p:nvSpPr>
                <p:spPr>
                  <a:xfrm rot="2700000">
                    <a:off x="3240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47" name="Google Shape;131;p3"/>
                  <p:cNvSpPr/>
                  <p:nvPr/>
                </p:nvSpPr>
                <p:spPr>
                  <a:xfrm rot="2700000">
                    <a:off x="11484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48" name="Google Shape;132;p3"/>
                  <p:cNvSpPr/>
                  <p:nvPr/>
                </p:nvSpPr>
                <p:spPr>
                  <a:xfrm rot="2700000">
                    <a:off x="15552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49" name="Google Shape;133;p3"/>
                  <p:cNvSpPr/>
                  <p:nvPr/>
                </p:nvSpPr>
                <p:spPr>
                  <a:xfrm rot="2700000">
                    <a:off x="7344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0" name="Google Shape;134;p3"/>
                  <p:cNvSpPr/>
                  <p:nvPr/>
                </p:nvSpPr>
                <p:spPr>
                  <a:xfrm rot="2700000">
                    <a:off x="19692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sp>
            <p:nvSpPr>
              <p:cNvPr id="551" name="Google Shape;135;p3"/>
              <p:cNvSpPr/>
              <p:nvPr/>
            </p:nvSpPr>
            <p:spPr>
              <a:xfrm rot="18900000">
                <a:off x="286560" y="56736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52" name="Google Shape;136;p3"/>
            <p:cNvGrpSpPr/>
            <p:nvPr/>
          </p:nvGrpSpPr>
          <p:grpSpPr>
            <a:xfrm>
              <a:off x="-293760" y="-1717200"/>
              <a:ext cx="3921840" cy="4161240"/>
              <a:chOff x="-293760" y="-1717200"/>
              <a:chExt cx="3921840" cy="4161240"/>
            </a:xfrm>
          </p:grpSpPr>
          <p:sp>
            <p:nvSpPr>
              <p:cNvPr id="553" name="Google Shape;137;p3"/>
              <p:cNvSpPr/>
              <p:nvPr/>
            </p:nvSpPr>
            <p:spPr>
              <a:xfrm rot="13500000">
                <a:off x="613800" y="-1485720"/>
                <a:ext cx="1997640" cy="3242880"/>
              </a:xfrm>
              <a:custGeom>
                <a:avLst/>
                <a:gdLst>
                  <a:gd name="textAreaLeft" fmla="*/ 0 w 1997640"/>
                  <a:gd name="textAreaRight" fmla="*/ 1998000 w 1997640"/>
                  <a:gd name="textAreaTop" fmla="*/ 0 h 3242880"/>
                  <a:gd name="textAreaBottom" fmla="*/ 3243240 h 324288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4" name="Google Shape;138;p3"/>
              <p:cNvSpPr/>
              <p:nvPr/>
            </p:nvSpPr>
            <p:spPr>
              <a:xfrm rot="13500000">
                <a:off x="164520" y="-283680"/>
                <a:ext cx="1852920" cy="1936800"/>
              </a:xfrm>
              <a:custGeom>
                <a:avLst/>
                <a:gdLst>
                  <a:gd name="textAreaLeft" fmla="*/ 0 w 1852920"/>
                  <a:gd name="textAreaRight" fmla="*/ 1853280 w 1852920"/>
                  <a:gd name="textAreaTop" fmla="*/ 0 h 1936800"/>
                  <a:gd name="textAreaBottom" fmla="*/ 1937160 h 193680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5" name="Google Shape;139;p3"/>
              <p:cNvSpPr/>
              <p:nvPr/>
            </p:nvSpPr>
            <p:spPr>
              <a:xfrm rot="13500000">
                <a:off x="398160" y="-1020960"/>
                <a:ext cx="2538000" cy="3008520"/>
              </a:xfrm>
              <a:custGeom>
                <a:avLst/>
                <a:gdLst>
                  <a:gd name="textAreaLeft" fmla="*/ 0 w 2538000"/>
                  <a:gd name="textAreaRight" fmla="*/ 2538360 w 2538000"/>
                  <a:gd name="textAreaTop" fmla="*/ 0 h 3008520"/>
                  <a:gd name="textAreaBottom" fmla="*/ 3008880 h 30085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5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58" name="Google Shape;979;p23"/>
          <p:cNvGrpSpPr/>
          <p:nvPr/>
        </p:nvGrpSpPr>
        <p:grpSpPr>
          <a:xfrm>
            <a:off x="6379200" y="1158120"/>
            <a:ext cx="4752720" cy="4767840"/>
            <a:chOff x="6379200" y="1158120"/>
            <a:chExt cx="4752720" cy="4767840"/>
          </a:xfrm>
        </p:grpSpPr>
        <p:pic>
          <p:nvPicPr>
            <p:cNvPr id="559" name="Google Shape;980;p23"/>
            <p:cNvPicPr/>
            <p:nvPr/>
          </p:nvPicPr>
          <p:blipFill>
            <a:blip r:embed="rId2"/>
            <a:stretch/>
          </p:blipFill>
          <p:spPr>
            <a:xfrm rot="16200000">
              <a:off x="7048440" y="2738520"/>
              <a:ext cx="3615480" cy="27594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560" name="Google Shape;981;p23"/>
            <p:cNvGrpSpPr/>
            <p:nvPr/>
          </p:nvGrpSpPr>
          <p:grpSpPr>
            <a:xfrm>
              <a:off x="6379200" y="1158120"/>
              <a:ext cx="4752720" cy="4767480"/>
              <a:chOff x="6379200" y="1158120"/>
              <a:chExt cx="4752720" cy="4767480"/>
            </a:xfrm>
          </p:grpSpPr>
          <p:grpSp>
            <p:nvGrpSpPr>
              <p:cNvPr id="561" name="Google Shape;982;p23"/>
              <p:cNvGrpSpPr/>
              <p:nvPr/>
            </p:nvGrpSpPr>
            <p:grpSpPr>
              <a:xfrm>
                <a:off x="7297920" y="4835160"/>
                <a:ext cx="2083680" cy="237600"/>
                <a:chOff x="7297920" y="4835160"/>
                <a:chExt cx="2083680" cy="237600"/>
              </a:xfrm>
            </p:grpSpPr>
            <p:sp>
              <p:nvSpPr>
                <p:cNvPr id="562" name="Google Shape;983;p23"/>
                <p:cNvSpPr/>
                <p:nvPr/>
              </p:nvSpPr>
              <p:spPr>
                <a:xfrm flipV="1" rot="16200000">
                  <a:off x="8332560" y="4023360"/>
                  <a:ext cx="14040" cy="2083680"/>
                </a:xfrm>
                <a:custGeom>
                  <a:avLst/>
                  <a:gdLst>
                    <a:gd name="textAreaLeft" fmla="*/ 0 w 14040"/>
                    <a:gd name="textAreaRight" fmla="*/ 14400 w 14040"/>
                    <a:gd name="textAreaTop" fmla="*/ 360 h 2083680"/>
                    <a:gd name="textAreaBottom" fmla="*/ 2084400 h 2083680"/>
                  </a:gdLst>
                  <a:ahLst/>
                  <a:cxnLst/>
                  <a:rect l="textAreaLeft" t="textAreaTop" r="textAreaRight" b="textAreaBottom"/>
                  <a:pathLst>
                    <a:path w="306" h="27731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63" name="Google Shape;984;p23"/>
                <p:cNvSpPr/>
                <p:nvPr/>
              </p:nvSpPr>
              <p:spPr>
                <a:xfrm flipV="1" rot="16200000">
                  <a:off x="8332560" y="3799800"/>
                  <a:ext cx="14040" cy="2083680"/>
                </a:xfrm>
                <a:custGeom>
                  <a:avLst/>
                  <a:gdLst>
                    <a:gd name="textAreaLeft" fmla="*/ 0 w 14040"/>
                    <a:gd name="textAreaRight" fmla="*/ 14400 w 14040"/>
                    <a:gd name="textAreaTop" fmla="*/ 360 h 2083680"/>
                    <a:gd name="textAreaBottom" fmla="*/ 2084400 h 2083680"/>
                  </a:gdLst>
                  <a:ahLst/>
                  <a:cxnLst/>
                  <a:rect l="textAreaLeft" t="textAreaTop" r="textAreaRight" b="textAreaBottom"/>
                  <a:pathLst>
                    <a:path w="305" h="27731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64" name="Google Shape;985;p23"/>
              <p:cNvGrpSpPr/>
              <p:nvPr/>
            </p:nvGrpSpPr>
            <p:grpSpPr>
              <a:xfrm>
                <a:off x="6379200" y="1158120"/>
                <a:ext cx="4752720" cy="4479840"/>
                <a:chOff x="6379200" y="1158120"/>
                <a:chExt cx="4752720" cy="4479840"/>
              </a:xfrm>
            </p:grpSpPr>
            <p:sp>
              <p:nvSpPr>
                <p:cNvPr id="565" name="Google Shape;986;p23"/>
                <p:cNvSpPr/>
                <p:nvPr/>
              </p:nvSpPr>
              <p:spPr>
                <a:xfrm flipV="1" rot="2700000">
                  <a:off x="7169400" y="1679760"/>
                  <a:ext cx="2899080" cy="3436200"/>
                </a:xfrm>
                <a:custGeom>
                  <a:avLst/>
                  <a:gdLst>
                    <a:gd name="textAreaLeft" fmla="*/ 0 w 2899080"/>
                    <a:gd name="textAreaRight" fmla="*/ 2899440 w 2899080"/>
                    <a:gd name="textAreaTop" fmla="*/ -360 h 3436200"/>
                    <a:gd name="textAreaBottom" fmla="*/ 3436200 h 3436200"/>
                  </a:gdLst>
                  <a:ahLst/>
                  <a:cxnLst/>
                  <a:rect l="textAreaLeft" t="textAreaTop" r="textAreaRight" b="textAreaBottom"/>
                  <a:pathLst>
                    <a:path w="97678" h="115794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66" name="Google Shape;987;p23"/>
                <p:cNvSpPr/>
                <p:nvPr/>
              </p:nvSpPr>
              <p:spPr>
                <a:xfrm flipV="1" rot="2700000">
                  <a:off x="7330320" y="2957760"/>
                  <a:ext cx="2116440" cy="2212200"/>
                </a:xfrm>
                <a:custGeom>
                  <a:avLst/>
                  <a:gdLst>
                    <a:gd name="textAreaLeft" fmla="*/ 0 w 2116440"/>
                    <a:gd name="textAreaRight" fmla="*/ 2116800 w 2116440"/>
                    <a:gd name="textAreaTop" fmla="*/ -360 h 2212200"/>
                    <a:gd name="textAreaBottom" fmla="*/ 2212200 h 2212200"/>
                  </a:gdLst>
                  <a:ahLst/>
                  <a:cxnLst/>
                  <a:rect l="textAreaLeft" t="textAreaTop" r="textAreaRight" b="textAreaBottom"/>
                  <a:pathLst>
                    <a:path w="71320" h="7455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67" name="Google Shape;988;p23"/>
                <p:cNvSpPr/>
                <p:nvPr/>
              </p:nvSpPr>
              <p:spPr>
                <a:xfrm flipV="1" rot="2700000">
                  <a:off x="7875000" y="1615680"/>
                  <a:ext cx="2281320" cy="3703680"/>
                </a:xfrm>
                <a:custGeom>
                  <a:avLst/>
                  <a:gdLst>
                    <a:gd name="textAreaLeft" fmla="*/ 0 w 2281320"/>
                    <a:gd name="textAreaRight" fmla="*/ 2281680 w 2281320"/>
                    <a:gd name="textAreaTop" fmla="*/ 360 h 3703680"/>
                    <a:gd name="textAreaBottom" fmla="*/ 3704400 h 3703680"/>
                  </a:gdLst>
                  <a:ahLst/>
                  <a:cxnLst/>
                  <a:rect l="textAreaLeft" t="textAreaTop" r="textAreaRight" b="textAreaBottom"/>
                  <a:pathLst>
                    <a:path w="76882" h="124813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68" name="Google Shape;989;p23"/>
              <p:cNvGrpSpPr/>
              <p:nvPr/>
            </p:nvGrpSpPr>
            <p:grpSpPr>
              <a:xfrm>
                <a:off x="8066880" y="4561920"/>
                <a:ext cx="546120" cy="791640"/>
                <a:chOff x="8066880" y="4561920"/>
                <a:chExt cx="546120" cy="791640"/>
              </a:xfrm>
            </p:grpSpPr>
            <p:grpSp>
              <p:nvGrpSpPr>
                <p:cNvPr id="569" name="Google Shape;990;p23"/>
                <p:cNvGrpSpPr/>
                <p:nvPr/>
              </p:nvGrpSpPr>
              <p:grpSpPr>
                <a:xfrm>
                  <a:off x="8066880" y="4807440"/>
                  <a:ext cx="546120" cy="546120"/>
                  <a:chOff x="8066880" y="4807440"/>
                  <a:chExt cx="546120" cy="546120"/>
                </a:xfrm>
              </p:grpSpPr>
              <p:sp>
                <p:nvSpPr>
                  <p:cNvPr id="570" name="Google Shape;991;p23"/>
                  <p:cNvSpPr/>
                  <p:nvPr/>
                </p:nvSpPr>
                <p:spPr>
                  <a:xfrm flipV="1" rot="13500000">
                    <a:off x="8142480" y="4891320"/>
                    <a:ext cx="394560" cy="377640"/>
                  </a:xfrm>
                  <a:custGeom>
                    <a:avLst/>
                    <a:gdLst>
                      <a:gd name="textAreaLeft" fmla="*/ 0 w 394560"/>
                      <a:gd name="textAreaRight" fmla="*/ 394920 w 394560"/>
                      <a:gd name="textAreaTop" fmla="*/ -360 h 377640"/>
                      <a:gd name="textAreaBottom" fmla="*/ 377640 h 37764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/>
                      </a:gs>
                      <a:gs pos="18000">
                        <a:srgbClr val="F5F8FF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rgbClr val="F5F8FF"/>
                      </a:gs>
                      <a:gs pos="100000">
                        <a:srgbClr val="9900FF">
                          <a:alpha val="29000"/>
                        </a:srgbClr>
                      </a:gs>
                    </a:gsLst>
                    <a:path path="circle">
                      <a:fillToRect l="0" t="0" r="100000" b="100000"/>
                    </a:path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grpSp>
                <p:nvGrpSpPr>
                  <p:cNvPr id="571" name="Google Shape;992;p23"/>
                  <p:cNvGrpSpPr/>
                  <p:nvPr/>
                </p:nvGrpSpPr>
                <p:grpSpPr>
                  <a:xfrm>
                    <a:off x="8242560" y="4867560"/>
                    <a:ext cx="255240" cy="442800"/>
                    <a:chOff x="8242560" y="4867560"/>
                    <a:chExt cx="255240" cy="442800"/>
                  </a:xfrm>
                </p:grpSpPr>
                <p:sp>
                  <p:nvSpPr>
                    <p:cNvPr id="572" name="Google Shape;993;p23"/>
                    <p:cNvSpPr/>
                    <p:nvPr/>
                  </p:nvSpPr>
                  <p:spPr>
                    <a:xfrm flipV="1" rot="13500000">
                      <a:off x="8280000" y="509220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73" name="Google Shape;994;p23"/>
                    <p:cNvSpPr/>
                    <p:nvPr/>
                  </p:nvSpPr>
                  <p:spPr>
                    <a:xfrm flipV="1" rot="13500000">
                      <a:off x="8279640" y="504540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74" name="Google Shape;995;p23"/>
                    <p:cNvSpPr/>
                    <p:nvPr/>
                  </p:nvSpPr>
                  <p:spPr>
                    <a:xfrm flipV="1" rot="13500000">
                      <a:off x="8280000" y="49982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75" name="Google Shape;996;p23"/>
                    <p:cNvSpPr/>
                    <p:nvPr/>
                  </p:nvSpPr>
                  <p:spPr>
                    <a:xfrm flipV="1" rot="13500000">
                      <a:off x="8280000" y="49514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76" name="Google Shape;997;p23"/>
                    <p:cNvSpPr/>
                    <p:nvPr/>
                  </p:nvSpPr>
                  <p:spPr>
                    <a:xfrm flipV="1" rot="13500000">
                      <a:off x="8279640" y="49046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sp>
              <p:nvSpPr>
                <p:cNvPr id="577" name="Google Shape;998;p23"/>
                <p:cNvSpPr/>
                <p:nvPr/>
              </p:nvSpPr>
              <p:spPr>
                <a:xfrm flipV="1" rot="18900000">
                  <a:off x="8189280" y="4649760"/>
                  <a:ext cx="370800" cy="294480"/>
                </a:xfrm>
                <a:custGeom>
                  <a:avLst/>
                  <a:gdLst>
                    <a:gd name="textAreaLeft" fmla="*/ 0 w 370800"/>
                    <a:gd name="textAreaRight" fmla="*/ 371160 w 370800"/>
                    <a:gd name="textAreaTop" fmla="*/ 360 h 294480"/>
                    <a:gd name="textAreaBottom" fmla="*/ 295200 h 29448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78" name="Google Shape;999;p23"/>
              <p:cNvGrpSpPr/>
              <p:nvPr/>
            </p:nvGrpSpPr>
            <p:grpSpPr>
              <a:xfrm>
                <a:off x="8859960" y="3593160"/>
                <a:ext cx="462240" cy="676440"/>
                <a:chOff x="8859960" y="3593160"/>
                <a:chExt cx="462240" cy="676440"/>
              </a:xfrm>
            </p:grpSpPr>
            <p:grpSp>
              <p:nvGrpSpPr>
                <p:cNvPr id="579" name="Google Shape;1000;p23"/>
                <p:cNvGrpSpPr/>
                <p:nvPr/>
              </p:nvGrpSpPr>
              <p:grpSpPr>
                <a:xfrm>
                  <a:off x="8859960" y="3807360"/>
                  <a:ext cx="462240" cy="462240"/>
                  <a:chOff x="8859960" y="3807360"/>
                  <a:chExt cx="462240" cy="462240"/>
                </a:xfrm>
              </p:grpSpPr>
              <p:sp>
                <p:nvSpPr>
                  <p:cNvPr id="580" name="Google Shape;1001;p23"/>
                  <p:cNvSpPr/>
                  <p:nvPr/>
                </p:nvSpPr>
                <p:spPr>
                  <a:xfrm flipV="1" rot="13500000">
                    <a:off x="8923680" y="3878640"/>
                    <a:ext cx="334080" cy="319680"/>
                  </a:xfrm>
                  <a:custGeom>
                    <a:avLst/>
                    <a:gdLst>
                      <a:gd name="textAreaLeft" fmla="*/ 0 w 334080"/>
                      <a:gd name="textAreaRight" fmla="*/ 334440 w 334080"/>
                      <a:gd name="textAreaTop" fmla="*/ 360 h 319680"/>
                      <a:gd name="textAreaBottom" fmla="*/ 320400 h 31968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/>
                      </a:gs>
                      <a:gs pos="18000">
                        <a:srgbClr val="F5F8FF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rgbClr val="F5F8FF"/>
                      </a:gs>
                      <a:gs pos="100000">
                        <a:srgbClr val="9900FF">
                          <a:alpha val="29000"/>
                        </a:srgbClr>
                      </a:gs>
                    </a:gsLst>
                    <a:path path="circle">
                      <a:fillToRect l="0" t="0" r="100000" b="100000"/>
                    </a:path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grpSp>
                <p:nvGrpSpPr>
                  <p:cNvPr id="581" name="Google Shape;1002;p23"/>
                  <p:cNvGrpSpPr/>
                  <p:nvPr/>
                </p:nvGrpSpPr>
                <p:grpSpPr>
                  <a:xfrm>
                    <a:off x="9008640" y="3851640"/>
                    <a:ext cx="216000" cy="374760"/>
                    <a:chOff x="9008640" y="3851640"/>
                    <a:chExt cx="216000" cy="374760"/>
                  </a:xfrm>
                </p:grpSpPr>
                <p:sp>
                  <p:nvSpPr>
                    <p:cNvPr id="582" name="Google Shape;1003;p23"/>
                    <p:cNvSpPr/>
                    <p:nvPr/>
                  </p:nvSpPr>
                  <p:spPr>
                    <a:xfrm flipV="1" rot="13500000">
                      <a:off x="9040320" y="40420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76320" bIns="7632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83" name="Google Shape;1004;p23"/>
                    <p:cNvSpPr/>
                    <p:nvPr/>
                  </p:nvSpPr>
                  <p:spPr>
                    <a:xfrm flipV="1" rot="13500000">
                      <a:off x="9040320" y="40024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76320" bIns="7632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84" name="Google Shape;1005;p23"/>
                    <p:cNvSpPr/>
                    <p:nvPr/>
                  </p:nvSpPr>
                  <p:spPr>
                    <a:xfrm flipV="1" rot="13500000">
                      <a:off x="9040320" y="39628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76320" bIns="7632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85" name="Google Shape;1006;p23"/>
                    <p:cNvSpPr/>
                    <p:nvPr/>
                  </p:nvSpPr>
                  <p:spPr>
                    <a:xfrm flipV="1" rot="13500000">
                      <a:off x="9040320" y="39232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76320" bIns="7632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86" name="Google Shape;1007;p23"/>
                    <p:cNvSpPr/>
                    <p:nvPr/>
                  </p:nvSpPr>
                  <p:spPr>
                    <a:xfrm flipV="1" rot="13500000">
                      <a:off x="9040320" y="388332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76320" bIns="7632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sp>
              <p:nvSpPr>
                <p:cNvPr id="587" name="Google Shape;1008;p23"/>
                <p:cNvSpPr/>
                <p:nvPr/>
              </p:nvSpPr>
              <p:spPr>
                <a:xfrm flipV="1" rot="18900000">
                  <a:off x="8963640" y="3667680"/>
                  <a:ext cx="314280" cy="24912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360 h 249120"/>
                    <a:gd name="textAreaBottom" fmla="*/ 249840 h 24912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88" name="Google Shape;1009;p23"/>
              <p:cNvGrpSpPr/>
              <p:nvPr/>
            </p:nvGrpSpPr>
            <p:grpSpPr>
              <a:xfrm>
                <a:off x="8818200" y="4057560"/>
                <a:ext cx="546120" cy="791640"/>
                <a:chOff x="8818200" y="4057560"/>
                <a:chExt cx="546120" cy="791640"/>
              </a:xfrm>
            </p:grpSpPr>
            <p:grpSp>
              <p:nvGrpSpPr>
                <p:cNvPr id="589" name="Google Shape;1010;p23"/>
                <p:cNvGrpSpPr/>
                <p:nvPr/>
              </p:nvGrpSpPr>
              <p:grpSpPr>
                <a:xfrm>
                  <a:off x="8818200" y="4303080"/>
                  <a:ext cx="546120" cy="546120"/>
                  <a:chOff x="8818200" y="4303080"/>
                  <a:chExt cx="546120" cy="546120"/>
                </a:xfrm>
              </p:grpSpPr>
              <p:sp>
                <p:nvSpPr>
                  <p:cNvPr id="590" name="Google Shape;1011;p23"/>
                  <p:cNvSpPr/>
                  <p:nvPr/>
                </p:nvSpPr>
                <p:spPr>
                  <a:xfrm flipV="1" rot="13500000">
                    <a:off x="8893800" y="4386960"/>
                    <a:ext cx="394560" cy="377640"/>
                  </a:xfrm>
                  <a:custGeom>
                    <a:avLst/>
                    <a:gdLst>
                      <a:gd name="textAreaLeft" fmla="*/ 0 w 394560"/>
                      <a:gd name="textAreaRight" fmla="*/ 394920 w 394560"/>
                      <a:gd name="textAreaTop" fmla="*/ -360 h 377640"/>
                      <a:gd name="textAreaBottom" fmla="*/ 377640 h 37764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/>
                      </a:gs>
                      <a:gs pos="18000">
                        <a:srgbClr val="F5F8FF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rgbClr val="F5F8FF"/>
                      </a:gs>
                      <a:gs pos="100000">
                        <a:srgbClr val="9900FF">
                          <a:alpha val="29000"/>
                        </a:srgbClr>
                      </a:gs>
                    </a:gsLst>
                    <a:path path="circle">
                      <a:fillToRect l="0" t="0" r="100000" b="100000"/>
                    </a:path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grpSp>
                <p:nvGrpSpPr>
                  <p:cNvPr id="591" name="Google Shape;1012;p23"/>
                  <p:cNvGrpSpPr/>
                  <p:nvPr/>
                </p:nvGrpSpPr>
                <p:grpSpPr>
                  <a:xfrm>
                    <a:off x="8993880" y="4363200"/>
                    <a:ext cx="255240" cy="442800"/>
                    <a:chOff x="8993880" y="4363200"/>
                    <a:chExt cx="255240" cy="442800"/>
                  </a:xfrm>
                </p:grpSpPr>
                <p:sp>
                  <p:nvSpPr>
                    <p:cNvPr id="592" name="Google Shape;1013;p23"/>
                    <p:cNvSpPr/>
                    <p:nvPr/>
                  </p:nvSpPr>
                  <p:spPr>
                    <a:xfrm flipV="1" rot="13500000">
                      <a:off x="9031320" y="45878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93" name="Google Shape;1014;p23"/>
                    <p:cNvSpPr/>
                    <p:nvPr/>
                  </p:nvSpPr>
                  <p:spPr>
                    <a:xfrm flipV="1" rot="13500000">
                      <a:off x="9030960" y="45410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94" name="Google Shape;1015;p23"/>
                    <p:cNvSpPr/>
                    <p:nvPr/>
                  </p:nvSpPr>
                  <p:spPr>
                    <a:xfrm flipV="1" rot="13500000">
                      <a:off x="9031320" y="449388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95" name="Google Shape;1016;p23"/>
                    <p:cNvSpPr/>
                    <p:nvPr/>
                  </p:nvSpPr>
                  <p:spPr>
                    <a:xfrm flipV="1" rot="13500000">
                      <a:off x="9031320" y="444708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596" name="Google Shape;1017;p23"/>
                    <p:cNvSpPr/>
                    <p:nvPr/>
                  </p:nvSpPr>
                  <p:spPr>
                    <a:xfrm flipV="1" rot="13500000">
                      <a:off x="9030960" y="440028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sp>
              <p:nvSpPr>
                <p:cNvPr id="597" name="Google Shape;1018;p23"/>
                <p:cNvSpPr/>
                <p:nvPr/>
              </p:nvSpPr>
              <p:spPr>
                <a:xfrm flipV="1" rot="18900000">
                  <a:off x="8940600" y="4145400"/>
                  <a:ext cx="370800" cy="294480"/>
                </a:xfrm>
                <a:custGeom>
                  <a:avLst/>
                  <a:gdLst>
                    <a:gd name="textAreaLeft" fmla="*/ 0 w 370800"/>
                    <a:gd name="textAreaRight" fmla="*/ 371160 w 370800"/>
                    <a:gd name="textAreaTop" fmla="*/ 360 h 294480"/>
                    <a:gd name="textAreaBottom" fmla="*/ 295200 h 29448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98" name="Google Shape;1019;p23"/>
              <p:cNvGrpSpPr/>
              <p:nvPr/>
            </p:nvGrpSpPr>
            <p:grpSpPr>
              <a:xfrm>
                <a:off x="8139600" y="3937320"/>
                <a:ext cx="1470960" cy="1988280"/>
                <a:chOff x="8139600" y="3937320"/>
                <a:chExt cx="1470960" cy="1988280"/>
              </a:xfrm>
            </p:grpSpPr>
            <p:sp>
              <p:nvSpPr>
                <p:cNvPr id="599" name="Google Shape;1020;p23"/>
                <p:cNvSpPr/>
                <p:nvPr/>
              </p:nvSpPr>
              <p:spPr>
                <a:xfrm flipV="1" rot="13500000">
                  <a:off x="8343720" y="4163760"/>
                  <a:ext cx="1062360" cy="1017720"/>
                </a:xfrm>
                <a:custGeom>
                  <a:avLst/>
                  <a:gdLst>
                    <a:gd name="textAreaLeft" fmla="*/ 0 w 1062360"/>
                    <a:gd name="textAreaRight" fmla="*/ 1062720 w 1062360"/>
                    <a:gd name="textAreaTop" fmla="*/ -360 h 1017720"/>
                    <a:gd name="textAreaBottom" fmla="*/ 1017720 h 10177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00" name="Google Shape;1021;p23"/>
                <p:cNvSpPr/>
                <p:nvPr/>
              </p:nvSpPr>
              <p:spPr>
                <a:xfrm flipV="1" rot="13500000">
                  <a:off x="8343720" y="4681080"/>
                  <a:ext cx="1062360" cy="1017720"/>
                </a:xfrm>
                <a:custGeom>
                  <a:avLst/>
                  <a:gdLst>
                    <a:gd name="textAreaLeft" fmla="*/ 0 w 1062360"/>
                    <a:gd name="textAreaRight" fmla="*/ 1062720 w 1062360"/>
                    <a:gd name="textAreaTop" fmla="*/ -360 h 1017720"/>
                    <a:gd name="textAreaBottom" fmla="*/ 1017720 h 10177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601" name="Google Shape;1022;p23"/>
            <p:cNvGrpSpPr/>
            <p:nvPr/>
          </p:nvGrpSpPr>
          <p:grpSpPr>
            <a:xfrm>
              <a:off x="9068040" y="1968120"/>
              <a:ext cx="438840" cy="438840"/>
              <a:chOff x="9068040" y="1968120"/>
              <a:chExt cx="438840" cy="438840"/>
            </a:xfrm>
          </p:grpSpPr>
          <p:sp>
            <p:nvSpPr>
              <p:cNvPr id="602" name="Google Shape;1023;p23"/>
              <p:cNvSpPr/>
              <p:nvPr/>
            </p:nvSpPr>
            <p:spPr>
              <a:xfrm flipV="1" rot="5400000">
                <a:off x="9068040" y="196776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-360 h 438840"/>
                  <a:gd name="textAreaBottom" fmla="*/ 43884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3" name="Google Shape;1024;p23"/>
              <p:cNvSpPr/>
              <p:nvPr/>
            </p:nvSpPr>
            <p:spPr>
              <a:xfrm flipV="1" rot="5400000">
                <a:off x="9156600" y="206784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-360 h 239400"/>
                  <a:gd name="textAreaBottom" fmla="*/ 23940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604" name="Google Shape;1025;p23"/>
          <p:cNvPicPr/>
          <p:nvPr/>
        </p:nvPicPr>
        <p:blipFill>
          <a:blip r:embed="rId3"/>
          <a:stretch/>
        </p:blipFill>
        <p:spPr>
          <a:xfrm rot="5400000">
            <a:off x="-1432440" y="882720"/>
            <a:ext cx="2441520" cy="1863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05" name="Google Shape;1026;p23"/>
          <p:cNvGrpSpPr/>
          <p:nvPr/>
        </p:nvGrpSpPr>
        <p:grpSpPr>
          <a:xfrm>
            <a:off x="6045840" y="238320"/>
            <a:ext cx="4558680" cy="133920"/>
            <a:chOff x="6045840" y="238320"/>
            <a:chExt cx="4558680" cy="133920"/>
          </a:xfrm>
        </p:grpSpPr>
        <p:sp>
          <p:nvSpPr>
            <p:cNvPr id="606" name="Google Shape;1027;p23"/>
            <p:cNvSpPr/>
            <p:nvPr/>
          </p:nvSpPr>
          <p:spPr>
            <a:xfrm rot="10800000">
              <a:off x="6045840" y="238320"/>
              <a:ext cx="133920" cy="133920"/>
            </a:xfrm>
            <a:prstGeom prst="ellipse">
              <a:avLst/>
            </a:prstGeom>
            <a:noFill/>
            <a:ln w="9360">
              <a:solidFill>
                <a:schemeClr val="dk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7520" bIns="4752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07" name="Google Shape;1028;p23"/>
            <p:cNvCxnSpPr/>
            <p:nvPr/>
          </p:nvCxnSpPr>
          <p:spPr>
            <a:xfrm flipH="1">
              <a:off x="6141600" y="304920"/>
              <a:ext cx="4463280" cy="360"/>
            </a:xfrm>
            <a:prstGeom prst="straightConnector1">
              <a:avLst/>
            </a:prstGeom>
            <a:ln w="9360">
              <a:solidFill>
                <a:schemeClr val="dk2"/>
              </a:solidFill>
              <a:round/>
            </a:ln>
          </p:spPr>
        </p:cxnSp>
        <p:sp>
          <p:nvSpPr>
            <p:cNvPr id="608" name="Google Shape;1029;p23"/>
            <p:cNvSpPr/>
            <p:nvPr/>
          </p:nvSpPr>
          <p:spPr>
            <a:xfrm rot="10800000">
              <a:off x="6076080" y="26856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endParaRPr lang="en-GB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09" name="Google Shape;1030;p23"/>
          <p:cNvGrpSpPr/>
          <p:nvPr/>
        </p:nvGrpSpPr>
        <p:grpSpPr>
          <a:xfrm>
            <a:off x="-1143720" y="3925800"/>
            <a:ext cx="4558680" cy="1517760"/>
            <a:chOff x="-1143720" y="3925800"/>
            <a:chExt cx="4558680" cy="1517760"/>
          </a:xfrm>
        </p:grpSpPr>
        <p:grpSp>
          <p:nvGrpSpPr>
            <p:cNvPr id="610" name="Google Shape;1031;p23"/>
            <p:cNvGrpSpPr/>
            <p:nvPr/>
          </p:nvGrpSpPr>
          <p:grpSpPr>
            <a:xfrm>
              <a:off x="-500040" y="3925800"/>
              <a:ext cx="906480" cy="1517760"/>
              <a:chOff x="-500040" y="3925800"/>
              <a:chExt cx="906480" cy="1517760"/>
            </a:xfrm>
          </p:grpSpPr>
          <p:sp>
            <p:nvSpPr>
              <p:cNvPr id="611" name="Google Shape;1032;p23"/>
              <p:cNvSpPr/>
              <p:nvPr/>
            </p:nvSpPr>
            <p:spPr>
              <a:xfrm rot="5400000">
                <a:off x="-221760" y="393804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2" name="Google Shape;1033;p23"/>
              <p:cNvSpPr/>
              <p:nvPr/>
            </p:nvSpPr>
            <p:spPr>
              <a:xfrm rot="5400000">
                <a:off x="-41760" y="4511160"/>
                <a:ext cx="339840" cy="325440"/>
              </a:xfrm>
              <a:custGeom>
                <a:avLst/>
                <a:gdLst>
                  <a:gd name="textAreaLeft" fmla="*/ 0 w 339840"/>
                  <a:gd name="textAreaRight" fmla="*/ 340200 w 339840"/>
                  <a:gd name="textAreaTop" fmla="*/ 0 h 325440"/>
                  <a:gd name="textAreaBottom" fmla="*/ 325800 h 32544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3" name="Google Shape;1034;p23"/>
              <p:cNvSpPr/>
              <p:nvPr/>
            </p:nvSpPr>
            <p:spPr>
              <a:xfrm rot="5400000">
                <a:off x="-512280" y="439560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4" name="Google Shape;1035;p23"/>
              <p:cNvSpPr/>
              <p:nvPr/>
            </p:nvSpPr>
            <p:spPr>
              <a:xfrm rot="5400000">
                <a:off x="-162720" y="487404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15" name="Google Shape;1036;p23"/>
            <p:cNvGrpSpPr/>
            <p:nvPr/>
          </p:nvGrpSpPr>
          <p:grpSpPr>
            <a:xfrm>
              <a:off x="-549360" y="4022640"/>
              <a:ext cx="2832840" cy="1420560"/>
              <a:chOff x="-549360" y="4022640"/>
              <a:chExt cx="2832840" cy="1420560"/>
            </a:xfrm>
          </p:grpSpPr>
          <p:sp>
            <p:nvSpPr>
              <p:cNvPr id="616" name="Google Shape;1037;p23"/>
              <p:cNvSpPr/>
              <p:nvPr/>
            </p:nvSpPr>
            <p:spPr>
              <a:xfrm rot="5400000">
                <a:off x="156600" y="331632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617" name="Google Shape;1038;p23"/>
              <p:cNvGrpSpPr/>
              <p:nvPr/>
            </p:nvGrpSpPr>
            <p:grpSpPr>
              <a:xfrm>
                <a:off x="444960" y="4569840"/>
                <a:ext cx="161640" cy="161640"/>
                <a:chOff x="444960" y="4569840"/>
                <a:chExt cx="161640" cy="161640"/>
              </a:xfrm>
            </p:grpSpPr>
            <p:sp>
              <p:nvSpPr>
                <p:cNvPr id="618" name="Google Shape;1039;p23"/>
                <p:cNvSpPr/>
                <p:nvPr/>
              </p:nvSpPr>
              <p:spPr>
                <a:xfrm>
                  <a:off x="444960" y="456984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81000" bIns="8100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19" name="Google Shape;1040;p23"/>
                <p:cNvSpPr/>
                <p:nvPr/>
              </p:nvSpPr>
              <p:spPr>
                <a:xfrm>
                  <a:off x="477720" y="460656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4280" bIns="4428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620" name="Google Shape;1041;p23"/>
              <p:cNvGrpSpPr/>
              <p:nvPr/>
            </p:nvGrpSpPr>
            <p:grpSpPr>
              <a:xfrm>
                <a:off x="1827720" y="4988520"/>
                <a:ext cx="161640" cy="161640"/>
                <a:chOff x="1827720" y="4988520"/>
                <a:chExt cx="161640" cy="161640"/>
              </a:xfrm>
            </p:grpSpPr>
            <p:sp>
              <p:nvSpPr>
                <p:cNvPr id="621" name="Google Shape;1042;p23"/>
                <p:cNvSpPr/>
                <p:nvPr/>
              </p:nvSpPr>
              <p:spPr>
                <a:xfrm rot="10800000">
                  <a:off x="1827720" y="498852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81000" bIns="8100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22" name="Google Shape;1043;p23"/>
                <p:cNvSpPr/>
                <p:nvPr/>
              </p:nvSpPr>
              <p:spPr>
                <a:xfrm rot="10800000">
                  <a:off x="1860480" y="502488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4280" bIns="4428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sp>
          <p:nvSpPr>
            <p:cNvPr id="623" name="Google Shape;1044;p23"/>
            <p:cNvSpPr/>
            <p:nvPr/>
          </p:nvSpPr>
          <p:spPr>
            <a:xfrm rot="16200000">
              <a:off x="362160" y="3772800"/>
              <a:ext cx="502560" cy="2327400"/>
            </a:xfrm>
            <a:custGeom>
              <a:avLst/>
              <a:gdLst>
                <a:gd name="textAreaLeft" fmla="*/ 0 w 502560"/>
                <a:gd name="textAreaRight" fmla="*/ 502920 w 502560"/>
                <a:gd name="textAreaTop" fmla="*/ 0 h 2327400"/>
                <a:gd name="textAreaBottom" fmla="*/ 2327760 h 2327400"/>
              </a:gdLst>
              <a:ahLst/>
              <a:cxnLst/>
              <a:rect l="textAreaLeft" t="textAreaTop" r="textAreaRight" b="textAreaBottom"/>
              <a:pathLst>
                <a:path w="12266" h="56755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162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4" name="Google Shape;1045;p23"/>
            <p:cNvGrpSpPr/>
            <p:nvPr/>
          </p:nvGrpSpPr>
          <p:grpSpPr>
            <a:xfrm>
              <a:off x="-1143720" y="4817880"/>
              <a:ext cx="4558680" cy="133920"/>
              <a:chOff x="-1143720" y="4817880"/>
              <a:chExt cx="4558680" cy="133920"/>
            </a:xfrm>
          </p:grpSpPr>
          <p:sp>
            <p:nvSpPr>
              <p:cNvPr id="625" name="Google Shape;1046;p23"/>
              <p:cNvSpPr/>
              <p:nvPr/>
            </p:nvSpPr>
            <p:spPr>
              <a:xfrm>
                <a:off x="3281040" y="4817880"/>
                <a:ext cx="133920" cy="133920"/>
              </a:xfrm>
              <a:prstGeom prst="ellipse">
                <a:avLst/>
              </a:prstGeom>
              <a:noFill/>
              <a:ln w="9360">
                <a:solidFill>
                  <a:schemeClr val="dk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520" bIns="4752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626" name="Google Shape;1047;p23"/>
              <p:cNvCxnSpPr/>
              <p:nvPr/>
            </p:nvCxnSpPr>
            <p:spPr>
              <a:xfrm>
                <a:off x="-1143720" y="4884480"/>
                <a:ext cx="4462920" cy="360"/>
              </a:xfrm>
              <a:prstGeom prst="straightConnector1">
                <a:avLst/>
              </a:prstGeom>
              <a:ln w="9360">
                <a:solidFill>
                  <a:schemeClr val="dk2"/>
                </a:solidFill>
                <a:round/>
              </a:ln>
            </p:spPr>
          </p:cxnSp>
          <p:sp>
            <p:nvSpPr>
              <p:cNvPr id="627" name="Google Shape;1048;p23"/>
              <p:cNvSpPr/>
              <p:nvPr/>
            </p:nvSpPr>
            <p:spPr>
              <a:xfrm>
                <a:off x="3311280" y="484776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endParaRPr lang="en-GB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2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30" name="Google Shape;979;p23"/>
          <p:cNvGrpSpPr/>
          <p:nvPr/>
        </p:nvGrpSpPr>
        <p:grpSpPr>
          <a:xfrm>
            <a:off x="6379200" y="1158120"/>
            <a:ext cx="4752720" cy="4767840"/>
            <a:chOff x="6379200" y="1158120"/>
            <a:chExt cx="4752720" cy="4767840"/>
          </a:xfrm>
        </p:grpSpPr>
        <p:pic>
          <p:nvPicPr>
            <p:cNvPr id="631" name="Google Shape;980;p23"/>
            <p:cNvPicPr/>
            <p:nvPr/>
          </p:nvPicPr>
          <p:blipFill>
            <a:blip r:embed="rId2"/>
            <a:stretch/>
          </p:blipFill>
          <p:spPr>
            <a:xfrm rot="16200000">
              <a:off x="7048440" y="2738520"/>
              <a:ext cx="3615480" cy="27594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32" name="Google Shape;981;p23"/>
            <p:cNvGrpSpPr/>
            <p:nvPr/>
          </p:nvGrpSpPr>
          <p:grpSpPr>
            <a:xfrm>
              <a:off x="6379200" y="1158120"/>
              <a:ext cx="4752720" cy="4767480"/>
              <a:chOff x="6379200" y="1158120"/>
              <a:chExt cx="4752720" cy="4767480"/>
            </a:xfrm>
          </p:grpSpPr>
          <p:grpSp>
            <p:nvGrpSpPr>
              <p:cNvPr id="633" name="Google Shape;982;p23"/>
              <p:cNvGrpSpPr/>
              <p:nvPr/>
            </p:nvGrpSpPr>
            <p:grpSpPr>
              <a:xfrm>
                <a:off x="7297920" y="4835160"/>
                <a:ext cx="2083680" cy="237600"/>
                <a:chOff x="7297920" y="4835160"/>
                <a:chExt cx="2083680" cy="237600"/>
              </a:xfrm>
            </p:grpSpPr>
            <p:sp>
              <p:nvSpPr>
                <p:cNvPr id="634" name="Google Shape;983;p23"/>
                <p:cNvSpPr/>
                <p:nvPr/>
              </p:nvSpPr>
              <p:spPr>
                <a:xfrm flipV="1" rot="16200000">
                  <a:off x="8332560" y="4023360"/>
                  <a:ext cx="14040" cy="2083680"/>
                </a:xfrm>
                <a:custGeom>
                  <a:avLst/>
                  <a:gdLst>
                    <a:gd name="textAreaLeft" fmla="*/ 0 w 14040"/>
                    <a:gd name="textAreaRight" fmla="*/ 14400 w 14040"/>
                    <a:gd name="textAreaTop" fmla="*/ 360 h 2083680"/>
                    <a:gd name="textAreaBottom" fmla="*/ 2084400 h 2083680"/>
                  </a:gdLst>
                  <a:ahLst/>
                  <a:cxnLst/>
                  <a:rect l="textAreaLeft" t="textAreaTop" r="textAreaRight" b="textAreaBottom"/>
                  <a:pathLst>
                    <a:path w="306" h="27731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35" name="Google Shape;984;p23"/>
                <p:cNvSpPr/>
                <p:nvPr/>
              </p:nvSpPr>
              <p:spPr>
                <a:xfrm flipV="1" rot="16200000">
                  <a:off x="8332560" y="3799800"/>
                  <a:ext cx="14040" cy="2083680"/>
                </a:xfrm>
                <a:custGeom>
                  <a:avLst/>
                  <a:gdLst>
                    <a:gd name="textAreaLeft" fmla="*/ 0 w 14040"/>
                    <a:gd name="textAreaRight" fmla="*/ 14400 w 14040"/>
                    <a:gd name="textAreaTop" fmla="*/ 360 h 2083680"/>
                    <a:gd name="textAreaBottom" fmla="*/ 2084400 h 2083680"/>
                  </a:gdLst>
                  <a:ahLst/>
                  <a:cxnLst/>
                  <a:rect l="textAreaLeft" t="textAreaTop" r="textAreaRight" b="textAreaBottom"/>
                  <a:pathLst>
                    <a:path w="305" h="27731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636" name="Google Shape;985;p23"/>
              <p:cNvGrpSpPr/>
              <p:nvPr/>
            </p:nvGrpSpPr>
            <p:grpSpPr>
              <a:xfrm>
                <a:off x="6379200" y="1158120"/>
                <a:ext cx="4752720" cy="4479840"/>
                <a:chOff x="6379200" y="1158120"/>
                <a:chExt cx="4752720" cy="4479840"/>
              </a:xfrm>
            </p:grpSpPr>
            <p:sp>
              <p:nvSpPr>
                <p:cNvPr id="637" name="Google Shape;986;p23"/>
                <p:cNvSpPr/>
                <p:nvPr/>
              </p:nvSpPr>
              <p:spPr>
                <a:xfrm flipV="1" rot="2700000">
                  <a:off x="7169400" y="1679760"/>
                  <a:ext cx="2899080" cy="3436200"/>
                </a:xfrm>
                <a:custGeom>
                  <a:avLst/>
                  <a:gdLst>
                    <a:gd name="textAreaLeft" fmla="*/ 0 w 2899080"/>
                    <a:gd name="textAreaRight" fmla="*/ 2899440 w 2899080"/>
                    <a:gd name="textAreaTop" fmla="*/ -360 h 3436200"/>
                    <a:gd name="textAreaBottom" fmla="*/ 3436200 h 3436200"/>
                  </a:gdLst>
                  <a:ahLst/>
                  <a:cxnLst/>
                  <a:rect l="textAreaLeft" t="textAreaTop" r="textAreaRight" b="textAreaBottom"/>
                  <a:pathLst>
                    <a:path w="97678" h="115794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38" name="Google Shape;987;p23"/>
                <p:cNvSpPr/>
                <p:nvPr/>
              </p:nvSpPr>
              <p:spPr>
                <a:xfrm flipV="1" rot="2700000">
                  <a:off x="7330320" y="2957760"/>
                  <a:ext cx="2116440" cy="2212200"/>
                </a:xfrm>
                <a:custGeom>
                  <a:avLst/>
                  <a:gdLst>
                    <a:gd name="textAreaLeft" fmla="*/ 0 w 2116440"/>
                    <a:gd name="textAreaRight" fmla="*/ 2116800 w 2116440"/>
                    <a:gd name="textAreaTop" fmla="*/ -360 h 2212200"/>
                    <a:gd name="textAreaBottom" fmla="*/ 2212200 h 2212200"/>
                  </a:gdLst>
                  <a:ahLst/>
                  <a:cxnLst/>
                  <a:rect l="textAreaLeft" t="textAreaTop" r="textAreaRight" b="textAreaBottom"/>
                  <a:pathLst>
                    <a:path w="71320" h="7455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39" name="Google Shape;988;p23"/>
                <p:cNvSpPr/>
                <p:nvPr/>
              </p:nvSpPr>
              <p:spPr>
                <a:xfrm flipV="1" rot="2700000">
                  <a:off x="7875000" y="1615680"/>
                  <a:ext cx="2281320" cy="3703680"/>
                </a:xfrm>
                <a:custGeom>
                  <a:avLst/>
                  <a:gdLst>
                    <a:gd name="textAreaLeft" fmla="*/ 0 w 2281320"/>
                    <a:gd name="textAreaRight" fmla="*/ 2281680 w 2281320"/>
                    <a:gd name="textAreaTop" fmla="*/ 360 h 3703680"/>
                    <a:gd name="textAreaBottom" fmla="*/ 3704400 h 3703680"/>
                  </a:gdLst>
                  <a:ahLst/>
                  <a:cxnLst/>
                  <a:rect l="textAreaLeft" t="textAreaTop" r="textAreaRight" b="textAreaBottom"/>
                  <a:pathLst>
                    <a:path w="76882" h="124813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640" name="Google Shape;989;p23"/>
              <p:cNvGrpSpPr/>
              <p:nvPr/>
            </p:nvGrpSpPr>
            <p:grpSpPr>
              <a:xfrm>
                <a:off x="8066880" y="4561920"/>
                <a:ext cx="546120" cy="791640"/>
                <a:chOff x="8066880" y="4561920"/>
                <a:chExt cx="546120" cy="791640"/>
              </a:xfrm>
            </p:grpSpPr>
            <p:grpSp>
              <p:nvGrpSpPr>
                <p:cNvPr id="641" name="Google Shape;990;p23"/>
                <p:cNvGrpSpPr/>
                <p:nvPr/>
              </p:nvGrpSpPr>
              <p:grpSpPr>
                <a:xfrm>
                  <a:off x="8066880" y="4807440"/>
                  <a:ext cx="546120" cy="546120"/>
                  <a:chOff x="8066880" y="4807440"/>
                  <a:chExt cx="546120" cy="546120"/>
                </a:xfrm>
              </p:grpSpPr>
              <p:sp>
                <p:nvSpPr>
                  <p:cNvPr id="642" name="Google Shape;991;p23"/>
                  <p:cNvSpPr/>
                  <p:nvPr/>
                </p:nvSpPr>
                <p:spPr>
                  <a:xfrm flipV="1" rot="13500000">
                    <a:off x="8142480" y="4891320"/>
                    <a:ext cx="394560" cy="377640"/>
                  </a:xfrm>
                  <a:custGeom>
                    <a:avLst/>
                    <a:gdLst>
                      <a:gd name="textAreaLeft" fmla="*/ 0 w 394560"/>
                      <a:gd name="textAreaRight" fmla="*/ 394920 w 394560"/>
                      <a:gd name="textAreaTop" fmla="*/ -360 h 377640"/>
                      <a:gd name="textAreaBottom" fmla="*/ 377640 h 37764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/>
                      </a:gs>
                      <a:gs pos="18000">
                        <a:srgbClr val="F5F8FF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rgbClr val="F5F8FF"/>
                      </a:gs>
                      <a:gs pos="100000">
                        <a:srgbClr val="9900FF">
                          <a:alpha val="29000"/>
                        </a:srgbClr>
                      </a:gs>
                    </a:gsLst>
                    <a:path path="circle">
                      <a:fillToRect l="0" t="0" r="100000" b="100000"/>
                    </a:path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grpSp>
                <p:nvGrpSpPr>
                  <p:cNvPr id="643" name="Google Shape;992;p23"/>
                  <p:cNvGrpSpPr/>
                  <p:nvPr/>
                </p:nvGrpSpPr>
                <p:grpSpPr>
                  <a:xfrm>
                    <a:off x="8242560" y="4867560"/>
                    <a:ext cx="255240" cy="442800"/>
                    <a:chOff x="8242560" y="4867560"/>
                    <a:chExt cx="255240" cy="442800"/>
                  </a:xfrm>
                </p:grpSpPr>
                <p:sp>
                  <p:nvSpPr>
                    <p:cNvPr id="644" name="Google Shape;993;p23"/>
                    <p:cNvSpPr/>
                    <p:nvPr/>
                  </p:nvSpPr>
                  <p:spPr>
                    <a:xfrm flipV="1" rot="13500000">
                      <a:off x="8280000" y="509220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45" name="Google Shape;994;p23"/>
                    <p:cNvSpPr/>
                    <p:nvPr/>
                  </p:nvSpPr>
                  <p:spPr>
                    <a:xfrm flipV="1" rot="13500000">
                      <a:off x="8279640" y="504540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46" name="Google Shape;995;p23"/>
                    <p:cNvSpPr/>
                    <p:nvPr/>
                  </p:nvSpPr>
                  <p:spPr>
                    <a:xfrm flipV="1" rot="13500000">
                      <a:off x="8280000" y="49982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47" name="Google Shape;996;p23"/>
                    <p:cNvSpPr/>
                    <p:nvPr/>
                  </p:nvSpPr>
                  <p:spPr>
                    <a:xfrm flipV="1" rot="13500000">
                      <a:off x="8280000" y="49514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48" name="Google Shape;997;p23"/>
                    <p:cNvSpPr/>
                    <p:nvPr/>
                  </p:nvSpPr>
                  <p:spPr>
                    <a:xfrm flipV="1" rot="13500000">
                      <a:off x="8279640" y="49046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sp>
              <p:nvSpPr>
                <p:cNvPr id="649" name="Google Shape;998;p23"/>
                <p:cNvSpPr/>
                <p:nvPr/>
              </p:nvSpPr>
              <p:spPr>
                <a:xfrm flipV="1" rot="18900000">
                  <a:off x="8189280" y="4649760"/>
                  <a:ext cx="370800" cy="294480"/>
                </a:xfrm>
                <a:custGeom>
                  <a:avLst/>
                  <a:gdLst>
                    <a:gd name="textAreaLeft" fmla="*/ 0 w 370800"/>
                    <a:gd name="textAreaRight" fmla="*/ 371160 w 370800"/>
                    <a:gd name="textAreaTop" fmla="*/ 360 h 294480"/>
                    <a:gd name="textAreaBottom" fmla="*/ 295200 h 29448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650" name="Google Shape;999;p23"/>
              <p:cNvGrpSpPr/>
              <p:nvPr/>
            </p:nvGrpSpPr>
            <p:grpSpPr>
              <a:xfrm>
                <a:off x="8859960" y="3593160"/>
                <a:ext cx="462240" cy="676440"/>
                <a:chOff x="8859960" y="3593160"/>
                <a:chExt cx="462240" cy="676440"/>
              </a:xfrm>
            </p:grpSpPr>
            <p:grpSp>
              <p:nvGrpSpPr>
                <p:cNvPr id="651" name="Google Shape;1000;p23"/>
                <p:cNvGrpSpPr/>
                <p:nvPr/>
              </p:nvGrpSpPr>
              <p:grpSpPr>
                <a:xfrm>
                  <a:off x="8859960" y="3807360"/>
                  <a:ext cx="462240" cy="462240"/>
                  <a:chOff x="8859960" y="3807360"/>
                  <a:chExt cx="462240" cy="462240"/>
                </a:xfrm>
              </p:grpSpPr>
              <p:sp>
                <p:nvSpPr>
                  <p:cNvPr id="652" name="Google Shape;1001;p23"/>
                  <p:cNvSpPr/>
                  <p:nvPr/>
                </p:nvSpPr>
                <p:spPr>
                  <a:xfrm flipV="1" rot="13500000">
                    <a:off x="8923680" y="3878640"/>
                    <a:ext cx="334080" cy="319680"/>
                  </a:xfrm>
                  <a:custGeom>
                    <a:avLst/>
                    <a:gdLst>
                      <a:gd name="textAreaLeft" fmla="*/ 0 w 334080"/>
                      <a:gd name="textAreaRight" fmla="*/ 334440 w 334080"/>
                      <a:gd name="textAreaTop" fmla="*/ 360 h 319680"/>
                      <a:gd name="textAreaBottom" fmla="*/ 320400 h 31968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/>
                      </a:gs>
                      <a:gs pos="18000">
                        <a:srgbClr val="F5F8FF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rgbClr val="F5F8FF"/>
                      </a:gs>
                      <a:gs pos="100000">
                        <a:srgbClr val="9900FF">
                          <a:alpha val="29000"/>
                        </a:srgbClr>
                      </a:gs>
                    </a:gsLst>
                    <a:path path="circle">
                      <a:fillToRect l="0" t="0" r="100000" b="100000"/>
                    </a:path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grpSp>
                <p:nvGrpSpPr>
                  <p:cNvPr id="653" name="Google Shape;1002;p23"/>
                  <p:cNvGrpSpPr/>
                  <p:nvPr/>
                </p:nvGrpSpPr>
                <p:grpSpPr>
                  <a:xfrm>
                    <a:off x="9008640" y="3851640"/>
                    <a:ext cx="216000" cy="374760"/>
                    <a:chOff x="9008640" y="3851640"/>
                    <a:chExt cx="216000" cy="374760"/>
                  </a:xfrm>
                </p:grpSpPr>
                <p:sp>
                  <p:nvSpPr>
                    <p:cNvPr id="654" name="Google Shape;1003;p23"/>
                    <p:cNvSpPr/>
                    <p:nvPr/>
                  </p:nvSpPr>
                  <p:spPr>
                    <a:xfrm flipV="1" rot="13500000">
                      <a:off x="9040320" y="40420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76320" bIns="7632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55" name="Google Shape;1004;p23"/>
                    <p:cNvSpPr/>
                    <p:nvPr/>
                  </p:nvSpPr>
                  <p:spPr>
                    <a:xfrm flipV="1" rot="13500000">
                      <a:off x="9040320" y="40024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76320" bIns="7632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56" name="Google Shape;1005;p23"/>
                    <p:cNvSpPr/>
                    <p:nvPr/>
                  </p:nvSpPr>
                  <p:spPr>
                    <a:xfrm flipV="1" rot="13500000">
                      <a:off x="9040320" y="39628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76320" bIns="7632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57" name="Google Shape;1006;p23"/>
                    <p:cNvSpPr/>
                    <p:nvPr/>
                  </p:nvSpPr>
                  <p:spPr>
                    <a:xfrm flipV="1" rot="13500000">
                      <a:off x="9040320" y="39232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76320" bIns="7632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58" name="Google Shape;1007;p23"/>
                    <p:cNvSpPr/>
                    <p:nvPr/>
                  </p:nvSpPr>
                  <p:spPr>
                    <a:xfrm flipV="1" rot="13500000">
                      <a:off x="9040320" y="388332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76320" bIns="7632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sp>
              <p:nvSpPr>
                <p:cNvPr id="659" name="Google Shape;1008;p23"/>
                <p:cNvSpPr/>
                <p:nvPr/>
              </p:nvSpPr>
              <p:spPr>
                <a:xfrm flipV="1" rot="18900000">
                  <a:off x="8963640" y="3667680"/>
                  <a:ext cx="314280" cy="24912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360 h 249120"/>
                    <a:gd name="textAreaBottom" fmla="*/ 249840 h 24912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660" name="Google Shape;1009;p23"/>
              <p:cNvGrpSpPr/>
              <p:nvPr/>
            </p:nvGrpSpPr>
            <p:grpSpPr>
              <a:xfrm>
                <a:off x="8818200" y="4057560"/>
                <a:ext cx="546120" cy="791640"/>
                <a:chOff x="8818200" y="4057560"/>
                <a:chExt cx="546120" cy="791640"/>
              </a:xfrm>
            </p:grpSpPr>
            <p:grpSp>
              <p:nvGrpSpPr>
                <p:cNvPr id="661" name="Google Shape;1010;p23"/>
                <p:cNvGrpSpPr/>
                <p:nvPr/>
              </p:nvGrpSpPr>
              <p:grpSpPr>
                <a:xfrm>
                  <a:off x="8818200" y="4303080"/>
                  <a:ext cx="546120" cy="546120"/>
                  <a:chOff x="8818200" y="4303080"/>
                  <a:chExt cx="546120" cy="546120"/>
                </a:xfrm>
              </p:grpSpPr>
              <p:sp>
                <p:nvSpPr>
                  <p:cNvPr id="662" name="Google Shape;1011;p23"/>
                  <p:cNvSpPr/>
                  <p:nvPr/>
                </p:nvSpPr>
                <p:spPr>
                  <a:xfrm flipV="1" rot="13500000">
                    <a:off x="8893800" y="4386960"/>
                    <a:ext cx="394560" cy="377640"/>
                  </a:xfrm>
                  <a:custGeom>
                    <a:avLst/>
                    <a:gdLst>
                      <a:gd name="textAreaLeft" fmla="*/ 0 w 394560"/>
                      <a:gd name="textAreaRight" fmla="*/ 394920 w 394560"/>
                      <a:gd name="textAreaTop" fmla="*/ -360 h 377640"/>
                      <a:gd name="textAreaBottom" fmla="*/ 377640 h 37764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/>
                      </a:gs>
                      <a:gs pos="18000">
                        <a:srgbClr val="F5F8FF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rgbClr val="F5F8FF"/>
                      </a:gs>
                      <a:gs pos="100000">
                        <a:srgbClr val="9900FF">
                          <a:alpha val="29000"/>
                        </a:srgbClr>
                      </a:gs>
                    </a:gsLst>
                    <a:path path="circle">
                      <a:fillToRect l="0" t="0" r="100000" b="100000"/>
                    </a:path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grpSp>
                <p:nvGrpSpPr>
                  <p:cNvPr id="663" name="Google Shape;1012;p23"/>
                  <p:cNvGrpSpPr/>
                  <p:nvPr/>
                </p:nvGrpSpPr>
                <p:grpSpPr>
                  <a:xfrm>
                    <a:off x="8993880" y="4363200"/>
                    <a:ext cx="255240" cy="442800"/>
                    <a:chOff x="8993880" y="4363200"/>
                    <a:chExt cx="255240" cy="442800"/>
                  </a:xfrm>
                </p:grpSpPr>
                <p:sp>
                  <p:nvSpPr>
                    <p:cNvPr id="664" name="Google Shape;1013;p23"/>
                    <p:cNvSpPr/>
                    <p:nvPr/>
                  </p:nvSpPr>
                  <p:spPr>
                    <a:xfrm flipV="1" rot="13500000">
                      <a:off x="9031320" y="45878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65" name="Google Shape;1014;p23"/>
                    <p:cNvSpPr/>
                    <p:nvPr/>
                  </p:nvSpPr>
                  <p:spPr>
                    <a:xfrm flipV="1" rot="13500000">
                      <a:off x="9030960" y="45410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66" name="Google Shape;1015;p23"/>
                    <p:cNvSpPr/>
                    <p:nvPr/>
                  </p:nvSpPr>
                  <p:spPr>
                    <a:xfrm flipV="1" rot="13500000">
                      <a:off x="9031320" y="449388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67" name="Google Shape;1016;p23"/>
                    <p:cNvSpPr/>
                    <p:nvPr/>
                  </p:nvSpPr>
                  <p:spPr>
                    <a:xfrm flipV="1" rot="13500000">
                      <a:off x="9031320" y="444708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68" name="Google Shape;1017;p23"/>
                    <p:cNvSpPr/>
                    <p:nvPr/>
                  </p:nvSpPr>
                  <p:spPr>
                    <a:xfrm flipV="1" rot="13500000">
                      <a:off x="9030960" y="440028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tIns="90360" bIns="90360" anchor="ctr">
                      <a:noAutofit/>
                    </a:bodyPr>
                    <a:p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sp>
              <p:nvSpPr>
                <p:cNvPr id="669" name="Google Shape;1018;p23"/>
                <p:cNvSpPr/>
                <p:nvPr/>
              </p:nvSpPr>
              <p:spPr>
                <a:xfrm flipV="1" rot="18900000">
                  <a:off x="8940600" y="4145400"/>
                  <a:ext cx="370800" cy="294480"/>
                </a:xfrm>
                <a:custGeom>
                  <a:avLst/>
                  <a:gdLst>
                    <a:gd name="textAreaLeft" fmla="*/ 0 w 370800"/>
                    <a:gd name="textAreaRight" fmla="*/ 371160 w 370800"/>
                    <a:gd name="textAreaTop" fmla="*/ 360 h 294480"/>
                    <a:gd name="textAreaBottom" fmla="*/ 295200 h 29448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670" name="Google Shape;1019;p23"/>
              <p:cNvGrpSpPr/>
              <p:nvPr/>
            </p:nvGrpSpPr>
            <p:grpSpPr>
              <a:xfrm>
                <a:off x="8139600" y="3937320"/>
                <a:ext cx="1470960" cy="1988280"/>
                <a:chOff x="8139600" y="3937320"/>
                <a:chExt cx="1470960" cy="1988280"/>
              </a:xfrm>
            </p:grpSpPr>
            <p:sp>
              <p:nvSpPr>
                <p:cNvPr id="671" name="Google Shape;1020;p23"/>
                <p:cNvSpPr/>
                <p:nvPr/>
              </p:nvSpPr>
              <p:spPr>
                <a:xfrm flipV="1" rot="13500000">
                  <a:off x="8343720" y="4163760"/>
                  <a:ext cx="1062360" cy="1017720"/>
                </a:xfrm>
                <a:custGeom>
                  <a:avLst/>
                  <a:gdLst>
                    <a:gd name="textAreaLeft" fmla="*/ 0 w 1062360"/>
                    <a:gd name="textAreaRight" fmla="*/ 1062720 w 1062360"/>
                    <a:gd name="textAreaTop" fmla="*/ -360 h 1017720"/>
                    <a:gd name="textAreaBottom" fmla="*/ 1017720 h 10177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72" name="Google Shape;1021;p23"/>
                <p:cNvSpPr/>
                <p:nvPr/>
              </p:nvSpPr>
              <p:spPr>
                <a:xfrm flipV="1" rot="13500000">
                  <a:off x="8343720" y="4681080"/>
                  <a:ext cx="1062360" cy="1017720"/>
                </a:xfrm>
                <a:custGeom>
                  <a:avLst/>
                  <a:gdLst>
                    <a:gd name="textAreaLeft" fmla="*/ 0 w 1062360"/>
                    <a:gd name="textAreaRight" fmla="*/ 1062720 w 1062360"/>
                    <a:gd name="textAreaTop" fmla="*/ -360 h 1017720"/>
                    <a:gd name="textAreaBottom" fmla="*/ 1017720 h 10177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673" name="Google Shape;1022;p23"/>
            <p:cNvGrpSpPr/>
            <p:nvPr/>
          </p:nvGrpSpPr>
          <p:grpSpPr>
            <a:xfrm>
              <a:off x="9068040" y="1968120"/>
              <a:ext cx="438840" cy="438840"/>
              <a:chOff x="9068040" y="1968120"/>
              <a:chExt cx="438840" cy="438840"/>
            </a:xfrm>
          </p:grpSpPr>
          <p:sp>
            <p:nvSpPr>
              <p:cNvPr id="674" name="Google Shape;1023;p23"/>
              <p:cNvSpPr/>
              <p:nvPr/>
            </p:nvSpPr>
            <p:spPr>
              <a:xfrm flipV="1" rot="5400000">
                <a:off x="9068040" y="196776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-360 h 438840"/>
                  <a:gd name="textAreaBottom" fmla="*/ 43884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5" name="Google Shape;1024;p23"/>
              <p:cNvSpPr/>
              <p:nvPr/>
            </p:nvSpPr>
            <p:spPr>
              <a:xfrm flipV="1" rot="5400000">
                <a:off x="9156600" y="206784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-360 h 239400"/>
                  <a:gd name="textAreaBottom" fmla="*/ 23940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676" name="Google Shape;1025;p23"/>
          <p:cNvPicPr/>
          <p:nvPr/>
        </p:nvPicPr>
        <p:blipFill>
          <a:blip r:embed="rId3"/>
          <a:stretch/>
        </p:blipFill>
        <p:spPr>
          <a:xfrm rot="5400000">
            <a:off x="-1432440" y="882720"/>
            <a:ext cx="2441520" cy="1863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77" name="Google Shape;1026;p23"/>
          <p:cNvGrpSpPr/>
          <p:nvPr/>
        </p:nvGrpSpPr>
        <p:grpSpPr>
          <a:xfrm>
            <a:off x="6045840" y="238320"/>
            <a:ext cx="4558680" cy="133920"/>
            <a:chOff x="6045840" y="238320"/>
            <a:chExt cx="4558680" cy="133920"/>
          </a:xfrm>
        </p:grpSpPr>
        <p:sp>
          <p:nvSpPr>
            <p:cNvPr id="678" name="Google Shape;1027;p23"/>
            <p:cNvSpPr/>
            <p:nvPr/>
          </p:nvSpPr>
          <p:spPr>
            <a:xfrm rot="10800000">
              <a:off x="6045840" y="238320"/>
              <a:ext cx="133920" cy="133920"/>
            </a:xfrm>
            <a:prstGeom prst="ellipse">
              <a:avLst/>
            </a:prstGeom>
            <a:noFill/>
            <a:ln w="9360">
              <a:solidFill>
                <a:schemeClr val="dk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7520" bIns="4752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79" name="Google Shape;1028;p23"/>
            <p:cNvCxnSpPr/>
            <p:nvPr/>
          </p:nvCxnSpPr>
          <p:spPr>
            <a:xfrm flipH="1">
              <a:off x="6141600" y="304920"/>
              <a:ext cx="4463280" cy="360"/>
            </a:xfrm>
            <a:prstGeom prst="straightConnector1">
              <a:avLst/>
            </a:prstGeom>
            <a:ln w="9360">
              <a:solidFill>
                <a:schemeClr val="dk2"/>
              </a:solidFill>
              <a:round/>
            </a:ln>
          </p:spPr>
        </p:cxnSp>
        <p:sp>
          <p:nvSpPr>
            <p:cNvPr id="680" name="Google Shape;1029;p23"/>
            <p:cNvSpPr/>
            <p:nvPr/>
          </p:nvSpPr>
          <p:spPr>
            <a:xfrm rot="10800000">
              <a:off x="6076080" y="26856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endParaRPr lang="en-GB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81" name="Google Shape;1030;p23"/>
          <p:cNvGrpSpPr/>
          <p:nvPr/>
        </p:nvGrpSpPr>
        <p:grpSpPr>
          <a:xfrm>
            <a:off x="-1143720" y="3925800"/>
            <a:ext cx="4558680" cy="1517760"/>
            <a:chOff x="-1143720" y="3925800"/>
            <a:chExt cx="4558680" cy="1517760"/>
          </a:xfrm>
        </p:grpSpPr>
        <p:grpSp>
          <p:nvGrpSpPr>
            <p:cNvPr id="682" name="Google Shape;1031;p23"/>
            <p:cNvGrpSpPr/>
            <p:nvPr/>
          </p:nvGrpSpPr>
          <p:grpSpPr>
            <a:xfrm>
              <a:off x="-500040" y="3925800"/>
              <a:ext cx="906480" cy="1517760"/>
              <a:chOff x="-500040" y="3925800"/>
              <a:chExt cx="906480" cy="1517760"/>
            </a:xfrm>
          </p:grpSpPr>
          <p:sp>
            <p:nvSpPr>
              <p:cNvPr id="683" name="Google Shape;1032;p23"/>
              <p:cNvSpPr/>
              <p:nvPr/>
            </p:nvSpPr>
            <p:spPr>
              <a:xfrm rot="5400000">
                <a:off x="-221760" y="393804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4" name="Google Shape;1033;p23"/>
              <p:cNvSpPr/>
              <p:nvPr/>
            </p:nvSpPr>
            <p:spPr>
              <a:xfrm rot="5400000">
                <a:off x="-41760" y="4511160"/>
                <a:ext cx="339840" cy="325440"/>
              </a:xfrm>
              <a:custGeom>
                <a:avLst/>
                <a:gdLst>
                  <a:gd name="textAreaLeft" fmla="*/ 0 w 339840"/>
                  <a:gd name="textAreaRight" fmla="*/ 340200 w 339840"/>
                  <a:gd name="textAreaTop" fmla="*/ 0 h 325440"/>
                  <a:gd name="textAreaBottom" fmla="*/ 325800 h 32544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5" name="Google Shape;1034;p23"/>
              <p:cNvSpPr/>
              <p:nvPr/>
            </p:nvSpPr>
            <p:spPr>
              <a:xfrm rot="5400000">
                <a:off x="-512280" y="439560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6" name="Google Shape;1035;p23"/>
              <p:cNvSpPr/>
              <p:nvPr/>
            </p:nvSpPr>
            <p:spPr>
              <a:xfrm rot="5400000">
                <a:off x="-162720" y="487404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87" name="Google Shape;1036;p23"/>
            <p:cNvGrpSpPr/>
            <p:nvPr/>
          </p:nvGrpSpPr>
          <p:grpSpPr>
            <a:xfrm>
              <a:off x="-549360" y="4022640"/>
              <a:ext cx="2832840" cy="1420560"/>
              <a:chOff x="-549360" y="4022640"/>
              <a:chExt cx="2832840" cy="1420560"/>
            </a:xfrm>
          </p:grpSpPr>
          <p:sp>
            <p:nvSpPr>
              <p:cNvPr id="688" name="Google Shape;1037;p23"/>
              <p:cNvSpPr/>
              <p:nvPr/>
            </p:nvSpPr>
            <p:spPr>
              <a:xfrm rot="5400000">
                <a:off x="156600" y="331632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689" name="Google Shape;1038;p23"/>
              <p:cNvGrpSpPr/>
              <p:nvPr/>
            </p:nvGrpSpPr>
            <p:grpSpPr>
              <a:xfrm>
                <a:off x="444960" y="4569840"/>
                <a:ext cx="161640" cy="161640"/>
                <a:chOff x="444960" y="4569840"/>
                <a:chExt cx="161640" cy="161640"/>
              </a:xfrm>
            </p:grpSpPr>
            <p:sp>
              <p:nvSpPr>
                <p:cNvPr id="690" name="Google Shape;1039;p23"/>
                <p:cNvSpPr/>
                <p:nvPr/>
              </p:nvSpPr>
              <p:spPr>
                <a:xfrm>
                  <a:off x="444960" y="456984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81000" bIns="8100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91" name="Google Shape;1040;p23"/>
                <p:cNvSpPr/>
                <p:nvPr/>
              </p:nvSpPr>
              <p:spPr>
                <a:xfrm>
                  <a:off x="477720" y="460656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4280" bIns="4428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692" name="Google Shape;1041;p23"/>
              <p:cNvGrpSpPr/>
              <p:nvPr/>
            </p:nvGrpSpPr>
            <p:grpSpPr>
              <a:xfrm>
                <a:off x="1827720" y="4988520"/>
                <a:ext cx="161640" cy="161640"/>
                <a:chOff x="1827720" y="4988520"/>
                <a:chExt cx="161640" cy="161640"/>
              </a:xfrm>
            </p:grpSpPr>
            <p:sp>
              <p:nvSpPr>
                <p:cNvPr id="693" name="Google Shape;1042;p23"/>
                <p:cNvSpPr/>
                <p:nvPr/>
              </p:nvSpPr>
              <p:spPr>
                <a:xfrm rot="10800000">
                  <a:off x="1827720" y="498852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81000" bIns="8100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94" name="Google Shape;1043;p23"/>
                <p:cNvSpPr/>
                <p:nvPr/>
              </p:nvSpPr>
              <p:spPr>
                <a:xfrm rot="10800000">
                  <a:off x="1860480" y="502488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4280" bIns="4428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sp>
          <p:nvSpPr>
            <p:cNvPr id="695" name="Google Shape;1044;p23"/>
            <p:cNvSpPr/>
            <p:nvPr/>
          </p:nvSpPr>
          <p:spPr>
            <a:xfrm rot="16200000">
              <a:off x="362160" y="3772800"/>
              <a:ext cx="502560" cy="2327400"/>
            </a:xfrm>
            <a:custGeom>
              <a:avLst/>
              <a:gdLst>
                <a:gd name="textAreaLeft" fmla="*/ 0 w 502560"/>
                <a:gd name="textAreaRight" fmla="*/ 502920 w 502560"/>
                <a:gd name="textAreaTop" fmla="*/ 0 h 2327400"/>
                <a:gd name="textAreaBottom" fmla="*/ 2327760 h 2327400"/>
              </a:gdLst>
              <a:ahLst/>
              <a:cxnLst/>
              <a:rect l="textAreaLeft" t="textAreaTop" r="textAreaRight" b="textAreaBottom"/>
              <a:pathLst>
                <a:path w="12266" h="56755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162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6" name="Google Shape;1045;p23"/>
            <p:cNvGrpSpPr/>
            <p:nvPr/>
          </p:nvGrpSpPr>
          <p:grpSpPr>
            <a:xfrm>
              <a:off x="-1143720" y="4817880"/>
              <a:ext cx="4558680" cy="133920"/>
              <a:chOff x="-1143720" y="4817880"/>
              <a:chExt cx="4558680" cy="133920"/>
            </a:xfrm>
          </p:grpSpPr>
          <p:sp>
            <p:nvSpPr>
              <p:cNvPr id="697" name="Google Shape;1046;p23"/>
              <p:cNvSpPr/>
              <p:nvPr/>
            </p:nvSpPr>
            <p:spPr>
              <a:xfrm>
                <a:off x="3281040" y="4817880"/>
                <a:ext cx="133920" cy="133920"/>
              </a:xfrm>
              <a:prstGeom prst="ellipse">
                <a:avLst/>
              </a:prstGeom>
              <a:noFill/>
              <a:ln w="9360">
                <a:solidFill>
                  <a:schemeClr val="dk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520" bIns="4752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698" name="Google Shape;1047;p23"/>
              <p:cNvCxnSpPr/>
              <p:nvPr/>
            </p:nvCxnSpPr>
            <p:spPr>
              <a:xfrm>
                <a:off x="-1143720" y="4884480"/>
                <a:ext cx="4462920" cy="360"/>
              </a:xfrm>
              <a:prstGeom prst="straightConnector1">
                <a:avLst/>
              </a:prstGeom>
              <a:ln w="9360">
                <a:solidFill>
                  <a:schemeClr val="dk2"/>
                </a:solidFill>
                <a:round/>
              </a:ln>
            </p:spPr>
          </p:cxnSp>
          <p:sp>
            <p:nvSpPr>
              <p:cNvPr id="699" name="Google Shape;1048;p23"/>
              <p:cNvSpPr/>
              <p:nvPr/>
            </p:nvSpPr>
            <p:spPr>
              <a:xfrm>
                <a:off x="3311280" y="484776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endParaRPr lang="en-GB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0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laceHolder 1"/>
          <p:cNvSpPr>
            <a:spLocks noGrp="1"/>
          </p:cNvSpPr>
          <p:nvPr>
            <p:ph type="title"/>
          </p:nvPr>
        </p:nvSpPr>
        <p:spPr>
          <a:xfrm>
            <a:off x="720000" y="2079360"/>
            <a:ext cx="5597640" cy="8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PlaceHolder 2"/>
          <p:cNvSpPr>
            <a:spLocks noGrp="1"/>
          </p:cNvSpPr>
          <p:nvPr>
            <p:ph type="title"/>
          </p:nvPr>
        </p:nvSpPr>
        <p:spPr>
          <a:xfrm>
            <a:off x="720000" y="1025640"/>
            <a:ext cx="1702080" cy="993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GB" sz="6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GB" sz="6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en-GB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03" name="Google Shape;99;p3"/>
          <p:cNvGrpSpPr/>
          <p:nvPr/>
        </p:nvGrpSpPr>
        <p:grpSpPr>
          <a:xfrm>
            <a:off x="-538920" y="-1717200"/>
            <a:ext cx="4167000" cy="4161240"/>
            <a:chOff x="-538920" y="-1717200"/>
            <a:chExt cx="4167000" cy="4161240"/>
          </a:xfrm>
        </p:grpSpPr>
        <p:grpSp>
          <p:nvGrpSpPr>
            <p:cNvPr id="704" name="Google Shape;100;p3"/>
            <p:cNvGrpSpPr/>
            <p:nvPr/>
          </p:nvGrpSpPr>
          <p:grpSpPr>
            <a:xfrm>
              <a:off x="-538920" y="-385560"/>
              <a:ext cx="1740960" cy="1288080"/>
              <a:chOff x="-538920" y="-385560"/>
              <a:chExt cx="1740960" cy="1288080"/>
            </a:xfrm>
          </p:grpSpPr>
          <p:sp>
            <p:nvSpPr>
              <p:cNvPr id="705" name="Google Shape;101;p3"/>
              <p:cNvSpPr/>
              <p:nvPr/>
            </p:nvSpPr>
            <p:spPr>
              <a:xfrm rot="2700000">
                <a:off x="-360000" y="-186840"/>
                <a:ext cx="930600" cy="891000"/>
              </a:xfrm>
              <a:custGeom>
                <a:avLst/>
                <a:gdLst>
                  <a:gd name="textAreaLeft" fmla="*/ 0 w 930600"/>
                  <a:gd name="textAreaRight" fmla="*/ 930960 w 930600"/>
                  <a:gd name="textAreaTop" fmla="*/ 0 h 891000"/>
                  <a:gd name="textAreaBottom" fmla="*/ 891360 h 89100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l="0" t="0" r="100000" b="10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6" name="Google Shape;102;p3"/>
              <p:cNvSpPr/>
              <p:nvPr/>
            </p:nvSpPr>
            <p:spPr>
              <a:xfrm rot="2700000">
                <a:off x="92520" y="-186840"/>
                <a:ext cx="930600" cy="891000"/>
              </a:xfrm>
              <a:custGeom>
                <a:avLst/>
                <a:gdLst>
                  <a:gd name="textAreaLeft" fmla="*/ 0 w 930600"/>
                  <a:gd name="textAreaRight" fmla="*/ 930960 w 930600"/>
                  <a:gd name="textAreaTop" fmla="*/ 0 h 891000"/>
                  <a:gd name="textAreaBottom" fmla="*/ 891360 h 89100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l="0" t="0" r="100000" b="10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07" name="Google Shape;103;p3"/>
            <p:cNvGrpSpPr/>
            <p:nvPr/>
          </p:nvGrpSpPr>
          <p:grpSpPr>
            <a:xfrm>
              <a:off x="201240" y="-185040"/>
              <a:ext cx="207720" cy="1824480"/>
              <a:chOff x="201240" y="-185040"/>
              <a:chExt cx="207720" cy="1824480"/>
            </a:xfrm>
          </p:grpSpPr>
          <p:sp>
            <p:nvSpPr>
              <p:cNvPr id="708" name="Google Shape;104;p3"/>
              <p:cNvSpPr/>
              <p:nvPr/>
            </p:nvSpPr>
            <p:spPr>
              <a:xfrm>
                <a:off x="201240" y="-185040"/>
                <a:ext cx="12240" cy="18244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824480"/>
                  <a:gd name="textAreaBottom" fmla="*/ 1824840 h 182448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9" name="Google Shape;105;p3"/>
              <p:cNvSpPr/>
              <p:nvPr/>
            </p:nvSpPr>
            <p:spPr>
              <a:xfrm>
                <a:off x="396720" y="-185040"/>
                <a:ext cx="12240" cy="18244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824480"/>
                  <a:gd name="textAreaBottom" fmla="*/ 1824840 h 182448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10" name="Google Shape;106;p3"/>
            <p:cNvGrpSpPr/>
            <p:nvPr/>
          </p:nvGrpSpPr>
          <p:grpSpPr>
            <a:xfrm>
              <a:off x="396720" y="-169920"/>
              <a:ext cx="699120" cy="478080"/>
              <a:chOff x="396720" y="-169920"/>
              <a:chExt cx="699120" cy="478080"/>
            </a:xfrm>
          </p:grpSpPr>
          <p:grpSp>
            <p:nvGrpSpPr>
              <p:cNvPr id="711" name="Google Shape;107;p3"/>
              <p:cNvGrpSpPr/>
              <p:nvPr/>
            </p:nvGrpSpPr>
            <p:grpSpPr>
              <a:xfrm>
                <a:off x="396720" y="-169920"/>
                <a:ext cx="478080" cy="478080"/>
                <a:chOff x="396720" y="-169920"/>
                <a:chExt cx="478080" cy="478080"/>
              </a:xfrm>
            </p:grpSpPr>
            <p:sp>
              <p:nvSpPr>
                <p:cNvPr id="712" name="Google Shape;108;p3"/>
                <p:cNvSpPr/>
                <p:nvPr/>
              </p:nvSpPr>
              <p:spPr>
                <a:xfrm rot="2700000">
                  <a:off x="462960" y="-9612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713" name="Google Shape;109;p3"/>
                <p:cNvGrpSpPr/>
                <p:nvPr/>
              </p:nvGrpSpPr>
              <p:grpSpPr>
                <a:xfrm>
                  <a:off x="441720" y="-68760"/>
                  <a:ext cx="387360" cy="222840"/>
                  <a:chOff x="441720" y="-68760"/>
                  <a:chExt cx="387360" cy="222840"/>
                </a:xfrm>
              </p:grpSpPr>
              <p:sp>
                <p:nvSpPr>
                  <p:cNvPr id="714" name="Google Shape;110;p3"/>
                  <p:cNvSpPr/>
                  <p:nvPr/>
                </p:nvSpPr>
                <p:spPr>
                  <a:xfrm rot="2700000">
                    <a:off x="47448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715" name="Google Shape;111;p3"/>
                  <p:cNvSpPr/>
                  <p:nvPr/>
                </p:nvSpPr>
                <p:spPr>
                  <a:xfrm rot="2700000">
                    <a:off x="55656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716" name="Google Shape;112;p3"/>
                  <p:cNvSpPr/>
                  <p:nvPr/>
                </p:nvSpPr>
                <p:spPr>
                  <a:xfrm rot="2700000">
                    <a:off x="59760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717" name="Google Shape;113;p3"/>
                  <p:cNvSpPr/>
                  <p:nvPr/>
                </p:nvSpPr>
                <p:spPr>
                  <a:xfrm rot="2700000">
                    <a:off x="51552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718" name="Google Shape;114;p3"/>
                  <p:cNvSpPr/>
                  <p:nvPr/>
                </p:nvSpPr>
                <p:spPr>
                  <a:xfrm rot="2700000">
                    <a:off x="63864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sp>
            <p:nvSpPr>
              <p:cNvPr id="719" name="Google Shape;115;p3"/>
              <p:cNvSpPr/>
              <p:nvPr/>
            </p:nvSpPr>
            <p:spPr>
              <a:xfrm rot="18900000">
                <a:off x="727920" y="-9000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20" name="Google Shape;116;p3"/>
            <p:cNvGrpSpPr/>
            <p:nvPr/>
          </p:nvGrpSpPr>
          <p:grpSpPr>
            <a:xfrm>
              <a:off x="911160" y="-133200"/>
              <a:ext cx="591840" cy="404640"/>
              <a:chOff x="911160" y="-133200"/>
              <a:chExt cx="591840" cy="404640"/>
            </a:xfrm>
          </p:grpSpPr>
          <p:grpSp>
            <p:nvGrpSpPr>
              <p:cNvPr id="721" name="Google Shape;117;p3"/>
              <p:cNvGrpSpPr/>
              <p:nvPr/>
            </p:nvGrpSpPr>
            <p:grpSpPr>
              <a:xfrm>
                <a:off x="911160" y="-133200"/>
                <a:ext cx="404640" cy="404640"/>
                <a:chOff x="911160" y="-133200"/>
                <a:chExt cx="404640" cy="404640"/>
              </a:xfrm>
            </p:grpSpPr>
            <p:sp>
              <p:nvSpPr>
                <p:cNvPr id="722" name="Google Shape;118;p3"/>
                <p:cNvSpPr/>
                <p:nvPr/>
              </p:nvSpPr>
              <p:spPr>
                <a:xfrm rot="2700000">
                  <a:off x="967320" y="-70560"/>
                  <a:ext cx="292320" cy="280080"/>
                </a:xfrm>
                <a:custGeom>
                  <a:avLst/>
                  <a:gdLst>
                    <a:gd name="textAreaLeft" fmla="*/ 0 w 292320"/>
                    <a:gd name="textAreaRight" fmla="*/ 292680 w 292320"/>
                    <a:gd name="textAreaTop" fmla="*/ 0 h 280080"/>
                    <a:gd name="textAreaBottom" fmla="*/ 280440 h 2800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723" name="Google Shape;119;p3"/>
                <p:cNvGrpSpPr/>
                <p:nvPr/>
              </p:nvGrpSpPr>
              <p:grpSpPr>
                <a:xfrm>
                  <a:off x="948960" y="-47880"/>
                  <a:ext cx="327600" cy="189360"/>
                  <a:chOff x="948960" y="-47880"/>
                  <a:chExt cx="327600" cy="189360"/>
                </a:xfrm>
              </p:grpSpPr>
              <p:sp>
                <p:nvSpPr>
                  <p:cNvPr id="724" name="Google Shape;120;p3"/>
                  <p:cNvSpPr/>
                  <p:nvPr/>
                </p:nvSpPr>
                <p:spPr>
                  <a:xfrm rot="2700000">
                    <a:off x="976320" y="-2016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66960" bIns="6696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725" name="Google Shape;121;p3"/>
                  <p:cNvSpPr/>
                  <p:nvPr/>
                </p:nvSpPr>
                <p:spPr>
                  <a:xfrm rot="2700000">
                    <a:off x="1046160" y="-2016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66960" bIns="6696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726" name="Google Shape;122;p3"/>
                  <p:cNvSpPr/>
                  <p:nvPr/>
                </p:nvSpPr>
                <p:spPr>
                  <a:xfrm rot="2700000">
                    <a:off x="1080720" y="-2016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66960" bIns="6696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727" name="Google Shape;123;p3"/>
                  <p:cNvSpPr/>
                  <p:nvPr/>
                </p:nvSpPr>
                <p:spPr>
                  <a:xfrm rot="2700000">
                    <a:off x="1011240" y="-1980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66960" bIns="6696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728" name="Google Shape;124;p3"/>
                  <p:cNvSpPr/>
                  <p:nvPr/>
                </p:nvSpPr>
                <p:spPr>
                  <a:xfrm rot="2700000">
                    <a:off x="1115280" y="-1980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66960" bIns="6696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sp>
            <p:nvSpPr>
              <p:cNvPr id="729" name="Google Shape;125;p3"/>
              <p:cNvSpPr/>
              <p:nvPr/>
            </p:nvSpPr>
            <p:spPr>
              <a:xfrm rot="18900000">
                <a:off x="1191240" y="-65520"/>
                <a:ext cx="274680" cy="218160"/>
              </a:xfrm>
              <a:custGeom>
                <a:avLst/>
                <a:gdLst>
                  <a:gd name="textAreaLeft" fmla="*/ 0 w 274680"/>
                  <a:gd name="textAreaRight" fmla="*/ 275040 w 274680"/>
                  <a:gd name="textAreaTop" fmla="*/ 0 h 218160"/>
                  <a:gd name="textAreaBottom" fmla="*/ 218520 h 2181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30" name="Google Shape;126;p3"/>
            <p:cNvGrpSpPr/>
            <p:nvPr/>
          </p:nvGrpSpPr>
          <p:grpSpPr>
            <a:xfrm>
              <a:off x="-44640" y="488160"/>
              <a:ext cx="699120" cy="478080"/>
              <a:chOff x="-44640" y="488160"/>
              <a:chExt cx="699120" cy="478080"/>
            </a:xfrm>
          </p:grpSpPr>
          <p:grpSp>
            <p:nvGrpSpPr>
              <p:cNvPr id="731" name="Google Shape;127;p3"/>
              <p:cNvGrpSpPr/>
              <p:nvPr/>
            </p:nvGrpSpPr>
            <p:grpSpPr>
              <a:xfrm>
                <a:off x="-44640" y="488160"/>
                <a:ext cx="478080" cy="478080"/>
                <a:chOff x="-44640" y="488160"/>
                <a:chExt cx="478080" cy="478080"/>
              </a:xfrm>
            </p:grpSpPr>
            <p:sp>
              <p:nvSpPr>
                <p:cNvPr id="732" name="Google Shape;128;p3"/>
                <p:cNvSpPr/>
                <p:nvPr/>
              </p:nvSpPr>
              <p:spPr>
                <a:xfrm rot="2700000">
                  <a:off x="21600" y="56160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733" name="Google Shape;129;p3"/>
                <p:cNvGrpSpPr/>
                <p:nvPr/>
              </p:nvGrpSpPr>
              <p:grpSpPr>
                <a:xfrm>
                  <a:off x="0" y="588960"/>
                  <a:ext cx="387360" cy="222840"/>
                  <a:chOff x="0" y="588960"/>
                  <a:chExt cx="387360" cy="222840"/>
                </a:xfrm>
              </p:grpSpPr>
              <p:sp>
                <p:nvSpPr>
                  <p:cNvPr id="734" name="Google Shape;130;p3"/>
                  <p:cNvSpPr/>
                  <p:nvPr/>
                </p:nvSpPr>
                <p:spPr>
                  <a:xfrm rot="2700000">
                    <a:off x="3240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735" name="Google Shape;131;p3"/>
                  <p:cNvSpPr/>
                  <p:nvPr/>
                </p:nvSpPr>
                <p:spPr>
                  <a:xfrm rot="2700000">
                    <a:off x="11484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736" name="Google Shape;132;p3"/>
                  <p:cNvSpPr/>
                  <p:nvPr/>
                </p:nvSpPr>
                <p:spPr>
                  <a:xfrm rot="2700000">
                    <a:off x="15552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737" name="Google Shape;133;p3"/>
                  <p:cNvSpPr/>
                  <p:nvPr/>
                </p:nvSpPr>
                <p:spPr>
                  <a:xfrm rot="2700000">
                    <a:off x="7344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738" name="Google Shape;134;p3"/>
                  <p:cNvSpPr/>
                  <p:nvPr/>
                </p:nvSpPr>
                <p:spPr>
                  <a:xfrm rot="2700000">
                    <a:off x="19692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sp>
            <p:nvSpPr>
              <p:cNvPr id="739" name="Google Shape;135;p3"/>
              <p:cNvSpPr/>
              <p:nvPr/>
            </p:nvSpPr>
            <p:spPr>
              <a:xfrm rot="18900000">
                <a:off x="286560" y="56736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40" name="Google Shape;136;p3"/>
            <p:cNvGrpSpPr/>
            <p:nvPr/>
          </p:nvGrpSpPr>
          <p:grpSpPr>
            <a:xfrm>
              <a:off x="-293760" y="-1717200"/>
              <a:ext cx="3921840" cy="4161240"/>
              <a:chOff x="-293760" y="-1717200"/>
              <a:chExt cx="3921840" cy="4161240"/>
            </a:xfrm>
          </p:grpSpPr>
          <p:sp>
            <p:nvSpPr>
              <p:cNvPr id="741" name="Google Shape;137;p3"/>
              <p:cNvSpPr/>
              <p:nvPr/>
            </p:nvSpPr>
            <p:spPr>
              <a:xfrm rot="13500000">
                <a:off x="613800" y="-1485720"/>
                <a:ext cx="1997640" cy="3242880"/>
              </a:xfrm>
              <a:custGeom>
                <a:avLst/>
                <a:gdLst>
                  <a:gd name="textAreaLeft" fmla="*/ 0 w 1997640"/>
                  <a:gd name="textAreaRight" fmla="*/ 1998000 w 1997640"/>
                  <a:gd name="textAreaTop" fmla="*/ 0 h 3242880"/>
                  <a:gd name="textAreaBottom" fmla="*/ 3243240 h 324288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2" name="Google Shape;138;p3"/>
              <p:cNvSpPr/>
              <p:nvPr/>
            </p:nvSpPr>
            <p:spPr>
              <a:xfrm rot="13500000">
                <a:off x="164520" y="-283680"/>
                <a:ext cx="1852920" cy="1936800"/>
              </a:xfrm>
              <a:custGeom>
                <a:avLst/>
                <a:gdLst>
                  <a:gd name="textAreaLeft" fmla="*/ 0 w 1852920"/>
                  <a:gd name="textAreaRight" fmla="*/ 1853280 w 1852920"/>
                  <a:gd name="textAreaTop" fmla="*/ 0 h 1936800"/>
                  <a:gd name="textAreaBottom" fmla="*/ 1937160 h 193680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3" name="Google Shape;139;p3"/>
              <p:cNvSpPr/>
              <p:nvPr/>
            </p:nvSpPr>
            <p:spPr>
              <a:xfrm rot="13500000">
                <a:off x="398160" y="-1020960"/>
                <a:ext cx="2538000" cy="3008520"/>
              </a:xfrm>
              <a:custGeom>
                <a:avLst/>
                <a:gdLst>
                  <a:gd name="textAreaLeft" fmla="*/ 0 w 2538000"/>
                  <a:gd name="textAreaRight" fmla="*/ 2538360 w 2538000"/>
                  <a:gd name="textAreaTop" fmla="*/ 0 h 3008520"/>
                  <a:gd name="textAreaBottom" fmla="*/ 3008880 h 30085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4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6.xml"/><Relationship Id="rId5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10.jpeg"/><Relationship Id="rId4" Type="http://schemas.openxmlformats.org/officeDocument/2006/relationships/image" Target="../media/image11.jpeg"/><Relationship Id="rId5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15.xml"/><Relationship Id="rId5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subTitle"/>
          </p:nvPr>
        </p:nvSpPr>
        <p:spPr>
          <a:xfrm>
            <a:off x="1096920" y="3456360"/>
            <a:ext cx="4882320" cy="475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Writing the right code right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PlaceHolder 2"/>
          <p:cNvSpPr>
            <a:spLocks noGrp="1"/>
          </p:cNvSpPr>
          <p:nvPr>
            <p:ph type="title"/>
          </p:nvPr>
        </p:nvSpPr>
        <p:spPr>
          <a:xfrm>
            <a:off x="1096920" y="816480"/>
            <a:ext cx="7363080" cy="232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" sz="4500" b="1" u="none" strike="noStrike">
                <a:solidFill>
                  <a:srgbClr val="004BFA"/>
                </a:solidFill>
                <a:effectLst/>
                <a:uFillTx/>
                <a:latin typeface="IBM Plex Mono"/>
                <a:ea typeface="IBM Plex Mono"/>
              </a:rPr>
              <a:t>Why Software Goes</a:t>
            </a:r>
            <a:r>
              <a:rPr lang="en" sz="4500" b="1" u="none" strike="noStrike">
                <a:solidFill>
                  <a:srgbClr val="000000"/>
                </a:solidFill>
                <a:effectLst/>
                <a:uFillTx/>
                <a:latin typeface="IBM Plex Mono"/>
                <a:ea typeface="IBM Plex Mono"/>
              </a:rPr>
              <a:t> Bad &amp; How to Fix it</a:t>
            </a:r>
            <a:endParaRPr lang="en-GB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53" name="Google Shape;1432;p35"/>
          <p:cNvGrpSpPr/>
          <p:nvPr/>
        </p:nvGrpSpPr>
        <p:grpSpPr>
          <a:xfrm>
            <a:off x="1096560" y="3242880"/>
            <a:ext cx="3936600" cy="133560"/>
            <a:chOff x="1096560" y="3242880"/>
            <a:chExt cx="3936600" cy="133560"/>
          </a:xfrm>
        </p:grpSpPr>
        <p:cxnSp>
          <p:nvCxnSpPr>
            <p:cNvPr id="754" name="Google Shape;1433;p35"/>
            <p:cNvCxnSpPr/>
            <p:nvPr/>
          </p:nvCxnSpPr>
          <p:spPr>
            <a:xfrm>
              <a:off x="1096560" y="3309840"/>
              <a:ext cx="3841200" cy="360"/>
            </a:xfrm>
            <a:prstGeom prst="straightConnector1">
              <a:avLst/>
            </a:prstGeom>
            <a:ln w="9360">
              <a:solidFill>
                <a:schemeClr val="dk2"/>
              </a:solidFill>
              <a:round/>
            </a:ln>
          </p:spPr>
        </p:cxnSp>
        <p:grpSp>
          <p:nvGrpSpPr>
            <p:cNvPr id="755" name="Google Shape;1434;p35"/>
            <p:cNvGrpSpPr/>
            <p:nvPr/>
          </p:nvGrpSpPr>
          <p:grpSpPr>
            <a:xfrm>
              <a:off x="4899600" y="3242880"/>
              <a:ext cx="133560" cy="133560"/>
              <a:chOff x="4899600" y="3242880"/>
              <a:chExt cx="133560" cy="133560"/>
            </a:xfrm>
          </p:grpSpPr>
          <p:sp>
            <p:nvSpPr>
              <p:cNvPr id="756" name="Google Shape;1435;p35"/>
              <p:cNvSpPr/>
              <p:nvPr/>
            </p:nvSpPr>
            <p:spPr>
              <a:xfrm>
                <a:off x="4929480" y="327312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endParaRPr lang="en-GB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7" name="Google Shape;1436;p35"/>
              <p:cNvSpPr/>
              <p:nvPr/>
            </p:nvSpPr>
            <p:spPr>
              <a:xfrm>
                <a:off x="4899600" y="3242880"/>
                <a:ext cx="133560" cy="133560"/>
              </a:xfrm>
              <a:prstGeom prst="ellipse">
                <a:avLst/>
              </a:prstGeom>
              <a:noFill/>
              <a:ln w="9360">
                <a:solidFill>
                  <a:schemeClr val="dk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758" name="Google Shape;1437;p35"/>
          <p:cNvGrpSpPr/>
          <p:nvPr/>
        </p:nvGrpSpPr>
        <p:grpSpPr>
          <a:xfrm>
            <a:off x="8017920" y="-313560"/>
            <a:ext cx="133560" cy="1890360"/>
            <a:chOff x="8017920" y="-313560"/>
            <a:chExt cx="133560" cy="1890360"/>
          </a:xfrm>
        </p:grpSpPr>
        <p:sp>
          <p:nvSpPr>
            <p:cNvPr id="759" name="Google Shape;1438;p35"/>
            <p:cNvSpPr/>
            <p:nvPr/>
          </p:nvSpPr>
          <p:spPr>
            <a:xfrm rot="5400000">
              <a:off x="8017920" y="1443240"/>
              <a:ext cx="133560" cy="133560"/>
            </a:xfrm>
            <a:prstGeom prst="ellipse">
              <a:avLst/>
            </a:prstGeom>
            <a:noFill/>
            <a:ln w="9360">
              <a:solidFill>
                <a:schemeClr val="dk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7160" bIns="4716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60" name="Google Shape;1439;p35"/>
            <p:cNvCxnSpPr/>
            <p:nvPr/>
          </p:nvCxnSpPr>
          <p:spPr>
            <a:xfrm>
              <a:off x="8084160" y="-313560"/>
              <a:ext cx="360" cy="1794960"/>
            </a:xfrm>
            <a:prstGeom prst="straightConnector1">
              <a:avLst/>
            </a:prstGeom>
            <a:ln w="9360">
              <a:solidFill>
                <a:schemeClr val="dk2"/>
              </a:solidFill>
              <a:round/>
            </a:ln>
          </p:spPr>
        </p:cxnSp>
        <p:sp>
          <p:nvSpPr>
            <p:cNvPr id="761" name="Google Shape;1440;p35"/>
            <p:cNvSpPr/>
            <p:nvPr/>
          </p:nvSpPr>
          <p:spPr>
            <a:xfrm rot="5400000">
              <a:off x="8047800" y="147348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endParaRPr lang="en-GB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62" name="Google Shape;1441;p35"/>
          <p:cNvGrpSpPr/>
          <p:nvPr/>
        </p:nvGrpSpPr>
        <p:grpSpPr>
          <a:xfrm>
            <a:off x="6309360" y="957600"/>
            <a:ext cx="3504960" cy="5118840"/>
            <a:chOff x="6309360" y="957600"/>
            <a:chExt cx="3504960" cy="5118840"/>
          </a:xfrm>
        </p:grpSpPr>
        <p:sp>
          <p:nvSpPr>
            <p:cNvPr id="763" name="Google Shape;1442;p35"/>
            <p:cNvSpPr/>
            <p:nvPr/>
          </p:nvSpPr>
          <p:spPr>
            <a:xfrm>
              <a:off x="6309360" y="95760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64" name="Google Shape;1443;p35"/>
            <p:cNvGrpSpPr/>
            <p:nvPr/>
          </p:nvGrpSpPr>
          <p:grpSpPr>
            <a:xfrm>
              <a:off x="7728480" y="3644640"/>
              <a:ext cx="133560" cy="133560"/>
              <a:chOff x="7728480" y="3644640"/>
              <a:chExt cx="133560" cy="133560"/>
            </a:xfrm>
          </p:grpSpPr>
          <p:sp>
            <p:nvSpPr>
              <p:cNvPr id="765" name="Google Shape;1444;p35"/>
              <p:cNvSpPr/>
              <p:nvPr/>
            </p:nvSpPr>
            <p:spPr>
              <a:xfrm>
                <a:off x="7728480" y="3644640"/>
                <a:ext cx="133560" cy="13356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" name="Google Shape;1445;p35"/>
              <p:cNvSpPr/>
              <p:nvPr/>
            </p:nvSpPr>
            <p:spPr>
              <a:xfrm>
                <a:off x="7747200" y="366336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67" name="Google Shape;1446;p35"/>
            <p:cNvGrpSpPr/>
            <p:nvPr/>
          </p:nvGrpSpPr>
          <p:grpSpPr>
            <a:xfrm>
              <a:off x="7344360" y="3270960"/>
              <a:ext cx="133560" cy="133560"/>
              <a:chOff x="7344360" y="3270960"/>
              <a:chExt cx="133560" cy="133560"/>
            </a:xfrm>
          </p:grpSpPr>
          <p:sp>
            <p:nvSpPr>
              <p:cNvPr id="768" name="Google Shape;1447;p35"/>
              <p:cNvSpPr/>
              <p:nvPr/>
            </p:nvSpPr>
            <p:spPr>
              <a:xfrm>
                <a:off x="7344360" y="3270960"/>
                <a:ext cx="133560" cy="13356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9" name="Google Shape;1448;p35"/>
              <p:cNvSpPr/>
              <p:nvPr/>
            </p:nvSpPr>
            <p:spPr>
              <a:xfrm>
                <a:off x="7363440" y="328968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70" name="Google Shape;1449;p35"/>
            <p:cNvGrpSpPr/>
            <p:nvPr/>
          </p:nvGrpSpPr>
          <p:grpSpPr>
            <a:xfrm>
              <a:off x="8337960" y="2584440"/>
              <a:ext cx="133560" cy="133560"/>
              <a:chOff x="8337960" y="2584440"/>
              <a:chExt cx="133560" cy="133560"/>
            </a:xfrm>
          </p:grpSpPr>
          <p:sp>
            <p:nvSpPr>
              <p:cNvPr id="771" name="Google Shape;1450;p35"/>
              <p:cNvSpPr/>
              <p:nvPr/>
            </p:nvSpPr>
            <p:spPr>
              <a:xfrm>
                <a:off x="8337960" y="2584440"/>
                <a:ext cx="133560" cy="13356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2" name="Google Shape;1451;p35"/>
              <p:cNvSpPr/>
              <p:nvPr/>
            </p:nvSpPr>
            <p:spPr>
              <a:xfrm>
                <a:off x="8356680" y="260352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3" name="Google Shape;1452;p35"/>
            <p:cNvSpPr/>
            <p:nvPr/>
          </p:nvSpPr>
          <p:spPr>
            <a:xfrm rot="5400000">
              <a:off x="7687440" y="114336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About Me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PlaceHolder 2"/>
          <p:cNvSpPr>
            <a:spLocks noGrp="1"/>
          </p:cNvSpPr>
          <p:nvPr>
            <p:ph type="subTitle"/>
          </p:nvPr>
        </p:nvSpPr>
        <p:spPr>
          <a:xfrm>
            <a:off x="4320000" y="1644480"/>
            <a:ext cx="4326840" cy="120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216000" indent="-216000" algn="l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" sz="16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IBM Plex Mono"/>
              </a:rPr>
              <a:t>Software Developer @ JP Morgan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" sz="16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IBM Plex Mono"/>
              </a:rPr>
              <a:t>25 Years Experience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"/>
          <p:cNvSpPr txBox="1"/>
          <p:nvPr/>
        </p:nvSpPr>
        <p:spPr>
          <a:xfrm>
            <a:off x="4320000" y="1260000"/>
            <a:ext cx="2381040" cy="48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" sz="2000" b="1" u="none" strike="noStrike">
                <a:solidFill>
                  <a:schemeClr val="dk1"/>
                </a:solidFill>
                <a:effectLst/>
                <a:uFillTx/>
                <a:latin typeface="IBM Plex Mono"/>
                <a:ea typeface="IBM Plex Mono"/>
              </a:rPr>
              <a:t>Work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Google Shape;2220;p 1"/>
          <p:cNvSpPr txBox="1"/>
          <p:nvPr/>
        </p:nvSpPr>
        <p:spPr>
          <a:xfrm>
            <a:off x="721800" y="3119400"/>
            <a:ext cx="5578200" cy="12006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" sz="16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IBM Plex Mono"/>
              </a:rPr>
              <a:t>Tech Meetup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" sz="16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IBM Plex Mono"/>
              </a:rPr>
              <a:t>CodeCraft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" sz="16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IBM Plex Mono"/>
              </a:rPr>
              <a:t>Rookie Oven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"/>
          <p:cNvSpPr txBox="1"/>
          <p:nvPr/>
        </p:nvSpPr>
        <p:spPr>
          <a:xfrm>
            <a:off x="721800" y="2734920"/>
            <a:ext cx="2381040" cy="48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" sz="2000" b="1" u="none" strike="noStrike">
                <a:solidFill>
                  <a:schemeClr val="dk1"/>
                </a:solidFill>
                <a:effectLst/>
                <a:uFillTx/>
                <a:latin typeface="IBM Plex Mono"/>
                <a:ea typeface="IBM Plex Mono"/>
              </a:rPr>
              <a:t>Community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Google Shape;2220;p 3"/>
          <p:cNvSpPr txBox="1"/>
          <p:nvPr/>
        </p:nvSpPr>
        <p:spPr>
          <a:xfrm>
            <a:off x="720000" y="1644480"/>
            <a:ext cx="4326840" cy="12006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" sz="16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IBM Plex Mono"/>
              </a:rPr>
              <a:t>Keith Harrison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"/>
          <p:cNvSpPr txBox="1"/>
          <p:nvPr/>
        </p:nvSpPr>
        <p:spPr>
          <a:xfrm>
            <a:off x="720000" y="1260000"/>
            <a:ext cx="2381040" cy="48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" sz="2000" b="1" u="none" strike="noStrike">
                <a:solidFill>
                  <a:schemeClr val="dk1"/>
                </a:solidFill>
                <a:effectLst/>
                <a:uFillTx/>
                <a:latin typeface="IBM Plex Mono"/>
                <a:ea typeface="IBM Plex Mono"/>
              </a:rPr>
              <a:t>Me</a:t>
            </a:r>
            <a:r>
              <a:rPr lang="en" sz="2000" b="1" u="none" strike="noStrike">
                <a:solidFill>
                  <a:schemeClr val="dk1"/>
                </a:solidFill>
                <a:effectLst/>
                <a:uFillTx/>
                <a:latin typeface="IBM Plex Mono"/>
                <a:ea typeface="IBM Plex Mono"/>
              </a:rPr>
              <a:t>	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1" name="Google Shape;1533;p 2"/>
          <p:cNvGrpSpPr/>
          <p:nvPr/>
        </p:nvGrpSpPr>
        <p:grpSpPr>
          <a:xfrm>
            <a:off x="-123840" y="4132440"/>
            <a:ext cx="4558680" cy="1140480"/>
            <a:chOff x="-123840" y="4132440"/>
            <a:chExt cx="4558680" cy="1140480"/>
          </a:xfrm>
        </p:grpSpPr>
        <p:grpSp>
          <p:nvGrpSpPr>
            <p:cNvPr id="782" name="Google Shape;1534;p 2"/>
            <p:cNvGrpSpPr/>
            <p:nvPr/>
          </p:nvGrpSpPr>
          <p:grpSpPr>
            <a:xfrm>
              <a:off x="360" y="4132440"/>
              <a:ext cx="2307960" cy="1140480"/>
              <a:chOff x="360" y="4132440"/>
              <a:chExt cx="2307960" cy="1140480"/>
            </a:xfrm>
          </p:grpSpPr>
          <p:sp>
            <p:nvSpPr>
              <p:cNvPr id="783" name="Google Shape;1535;p 2"/>
              <p:cNvSpPr/>
              <p:nvPr/>
            </p:nvSpPr>
            <p:spPr>
              <a:xfrm rot="5400000">
                <a:off x="663480" y="362844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4" name="Google Shape;1536;p 2"/>
              <p:cNvSpPr/>
              <p:nvPr/>
            </p:nvSpPr>
            <p:spPr>
              <a:xfrm rot="5400000">
                <a:off x="663840" y="346932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85" name="Google Shape;1537;p 2"/>
            <p:cNvGrpSpPr/>
            <p:nvPr/>
          </p:nvGrpSpPr>
          <p:grpSpPr>
            <a:xfrm>
              <a:off x="-123840" y="4386240"/>
              <a:ext cx="4558680" cy="133920"/>
              <a:chOff x="-123840" y="4386240"/>
              <a:chExt cx="4558680" cy="133920"/>
            </a:xfrm>
          </p:grpSpPr>
          <p:sp>
            <p:nvSpPr>
              <p:cNvPr id="786" name="Google Shape;1538;p 2"/>
              <p:cNvSpPr/>
              <p:nvPr/>
            </p:nvSpPr>
            <p:spPr>
              <a:xfrm>
                <a:off x="4300920" y="4386240"/>
                <a:ext cx="133920" cy="133920"/>
              </a:xfrm>
              <a:prstGeom prst="ellipse">
                <a:avLst/>
              </a:prstGeom>
              <a:noFill/>
              <a:ln w="9360">
                <a:solidFill>
                  <a:schemeClr val="dk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520" bIns="4752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787" name="Google Shape;1539;p 2"/>
              <p:cNvCxnSpPr/>
              <p:nvPr/>
            </p:nvCxnSpPr>
            <p:spPr>
              <a:xfrm>
                <a:off x="-123840" y="4453200"/>
                <a:ext cx="4462920" cy="360"/>
              </a:xfrm>
              <a:prstGeom prst="straightConnector1">
                <a:avLst/>
              </a:prstGeom>
              <a:ln w="9360">
                <a:solidFill>
                  <a:schemeClr val="dk2"/>
                </a:solidFill>
                <a:round/>
              </a:ln>
            </p:spPr>
          </p:cxnSp>
          <p:sp>
            <p:nvSpPr>
              <p:cNvPr id="788" name="Google Shape;1540;p 2"/>
              <p:cNvSpPr/>
              <p:nvPr/>
            </p:nvSpPr>
            <p:spPr>
              <a:xfrm>
                <a:off x="4331160" y="441648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endParaRPr lang="en-GB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789" name=""/>
          <p:cNvPicPr/>
          <p:nvPr/>
        </p:nvPicPr>
        <p:blipFill>
          <a:blip r:embed="rId1"/>
          <a:stretch/>
        </p:blipFill>
        <p:spPr>
          <a:xfrm>
            <a:off x="2682000" y="44280"/>
            <a:ext cx="3780000" cy="5055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PlaceHolder 1"/>
          <p:cNvSpPr>
            <a:spLocks noGrp="1"/>
          </p:cNvSpPr>
          <p:nvPr>
            <p:ph type="title"/>
          </p:nvPr>
        </p:nvSpPr>
        <p:spPr>
          <a:xfrm>
            <a:off x="2358360" y="2757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$2.41 Trillion</a:t>
            </a:r>
            <a:endParaRPr lang="en-GB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PlaceHolder 2"/>
          <p:cNvSpPr>
            <a:spLocks noGrp="1"/>
          </p:cNvSpPr>
          <p:nvPr>
            <p:ph type="subTitle"/>
          </p:nvPr>
        </p:nvSpPr>
        <p:spPr>
          <a:xfrm>
            <a:off x="2358360" y="893160"/>
            <a:ext cx="4696560" cy="598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Total cost of poor software quality 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PlaceHolder 3"/>
          <p:cNvSpPr>
            <a:spLocks noGrp="1"/>
          </p:cNvSpPr>
          <p:nvPr>
            <p:ph type="title"/>
          </p:nvPr>
        </p:nvSpPr>
        <p:spPr>
          <a:xfrm>
            <a:off x="2358360" y="163800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$1.52 Trillion</a:t>
            </a:r>
            <a:endParaRPr lang="en-GB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PlaceHolder 4"/>
          <p:cNvSpPr>
            <a:spLocks noGrp="1"/>
          </p:cNvSpPr>
          <p:nvPr>
            <p:ph type="subTitle"/>
          </p:nvPr>
        </p:nvSpPr>
        <p:spPr>
          <a:xfrm>
            <a:off x="2358360" y="2256480"/>
            <a:ext cx="4696560" cy="598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Directly attributable to technical debt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PlaceHolder 5"/>
          <p:cNvSpPr>
            <a:spLocks noGrp="1"/>
          </p:cNvSpPr>
          <p:nvPr>
            <p:ph type="title"/>
          </p:nvPr>
        </p:nvSpPr>
        <p:spPr>
          <a:xfrm>
            <a:off x="2358360" y="300132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6% GDP</a:t>
            </a:r>
            <a:endParaRPr lang="en-GB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PlaceHolder 6"/>
          <p:cNvSpPr>
            <a:spLocks noGrp="1"/>
          </p:cNvSpPr>
          <p:nvPr>
            <p:ph type="subTitle"/>
          </p:nvPr>
        </p:nvSpPr>
        <p:spPr>
          <a:xfrm>
            <a:off x="2358360" y="3620520"/>
            <a:ext cx="4696560" cy="598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Equivalent share of the U.S. economy 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96" name="Google Shape;1922;p 2"/>
          <p:cNvGrpSpPr/>
          <p:nvPr/>
        </p:nvGrpSpPr>
        <p:grpSpPr>
          <a:xfrm>
            <a:off x="7143120" y="-2762280"/>
            <a:ext cx="4027680" cy="6345720"/>
            <a:chOff x="7143120" y="-2762280"/>
            <a:chExt cx="4027680" cy="6345720"/>
          </a:xfrm>
        </p:grpSpPr>
        <p:sp>
          <p:nvSpPr>
            <p:cNvPr id="797" name="Google Shape;1923;p 2"/>
            <p:cNvSpPr/>
            <p:nvPr/>
          </p:nvSpPr>
          <p:spPr>
            <a:xfrm>
              <a:off x="7143120" y="-2762280"/>
              <a:ext cx="4006080" cy="4748760"/>
            </a:xfrm>
            <a:custGeom>
              <a:avLst/>
              <a:gdLst>
                <a:gd name="textAreaLeft" fmla="*/ 0 w 4006080"/>
                <a:gd name="textAreaRight" fmla="*/ 4006440 w 4006080"/>
                <a:gd name="textAreaTop" fmla="*/ 0 h 4748760"/>
                <a:gd name="textAreaBottom" fmla="*/ 4749120 h 474876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8" name="Google Shape;1924;p 2"/>
            <p:cNvSpPr/>
            <p:nvPr/>
          </p:nvSpPr>
          <p:spPr>
            <a:xfrm>
              <a:off x="7419960" y="-124560"/>
              <a:ext cx="2925000" cy="3057480"/>
            </a:xfrm>
            <a:custGeom>
              <a:avLst/>
              <a:gdLst>
                <a:gd name="textAreaLeft" fmla="*/ 0 w 2925000"/>
                <a:gd name="textAreaRight" fmla="*/ 292536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9" name="Google Shape;1925;p 2"/>
            <p:cNvSpPr/>
            <p:nvPr/>
          </p:nvSpPr>
          <p:spPr>
            <a:xfrm>
              <a:off x="8095680" y="75060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0" name="Google Shape;1926;p 2"/>
            <p:cNvSpPr/>
            <p:nvPr/>
          </p:nvSpPr>
          <p:spPr>
            <a:xfrm>
              <a:off x="8017920" y="-261972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01" name="Google Shape;1927;p 2"/>
          <p:cNvGrpSpPr/>
          <p:nvPr/>
        </p:nvGrpSpPr>
        <p:grpSpPr>
          <a:xfrm>
            <a:off x="8359920" y="1005480"/>
            <a:ext cx="1136880" cy="88200"/>
            <a:chOff x="8359920" y="1005480"/>
            <a:chExt cx="1136880" cy="88200"/>
          </a:xfrm>
        </p:grpSpPr>
        <p:sp>
          <p:nvSpPr>
            <p:cNvPr id="802" name="Google Shape;1928;p 2"/>
            <p:cNvSpPr/>
            <p:nvPr/>
          </p:nvSpPr>
          <p:spPr>
            <a:xfrm rot="16200000">
              <a:off x="8922240" y="519120"/>
              <a:ext cx="12240" cy="11368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136880"/>
                <a:gd name="textAreaBottom" fmla="*/ 1137240 h 1136880"/>
              </a:gdLst>
              <a:ahLst/>
              <a:cxnLst/>
              <a:rect l="textAreaLeft" t="textAreaTop" r="textAreaRight" b="textAreaBottom"/>
              <a:pathLst>
                <a:path w="306" h="27731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3" name="Google Shape;1929;p 2"/>
            <p:cNvSpPr/>
            <p:nvPr/>
          </p:nvSpPr>
          <p:spPr>
            <a:xfrm rot="16200000">
              <a:off x="8922240" y="443160"/>
              <a:ext cx="12240" cy="11368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136880"/>
                <a:gd name="textAreaBottom" fmla="*/ 1137240 h 1136880"/>
              </a:gdLst>
              <a:ahLst/>
              <a:cxnLst/>
              <a:rect l="textAreaLeft" t="textAreaTop" r="textAreaRight" b="textAreaBottom"/>
              <a:pathLst>
                <a:path w="305" h="27731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04" name="Google Shape;1930;p 2"/>
          <p:cNvGrpSpPr/>
          <p:nvPr/>
        </p:nvGrpSpPr>
        <p:grpSpPr>
          <a:xfrm>
            <a:off x="-1402200" y="1247400"/>
            <a:ext cx="2991960" cy="3548520"/>
            <a:chOff x="-1402200" y="1247400"/>
            <a:chExt cx="2991960" cy="3548520"/>
          </a:xfrm>
        </p:grpSpPr>
        <p:pic>
          <p:nvPicPr>
            <p:cNvPr id="805" name="Google Shape;1931;p 2"/>
            <p:cNvPicPr/>
            <p:nvPr/>
          </p:nvPicPr>
          <p:blipFill>
            <a:blip r:embed="rId1"/>
            <a:stretch/>
          </p:blipFill>
          <p:spPr>
            <a:xfrm rot="16200000">
              <a:off x="-1680120" y="1525680"/>
              <a:ext cx="3548520" cy="29919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806" name="Google Shape;1932;p 2"/>
            <p:cNvGrpSpPr/>
            <p:nvPr/>
          </p:nvGrpSpPr>
          <p:grpSpPr>
            <a:xfrm>
              <a:off x="-446040" y="2704680"/>
              <a:ext cx="906480" cy="1517400"/>
              <a:chOff x="-446040" y="2704680"/>
              <a:chExt cx="906480" cy="1517400"/>
            </a:xfrm>
          </p:grpSpPr>
          <p:sp>
            <p:nvSpPr>
              <p:cNvPr id="807" name="Google Shape;1933;p 2"/>
              <p:cNvSpPr/>
              <p:nvPr/>
            </p:nvSpPr>
            <p:spPr>
              <a:xfrm rot="5400000">
                <a:off x="-167760" y="271692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8" name="Google Shape;1934;p 2"/>
              <p:cNvSpPr/>
              <p:nvPr/>
            </p:nvSpPr>
            <p:spPr>
              <a:xfrm rot="5400000">
                <a:off x="11520" y="3290040"/>
                <a:ext cx="339840" cy="325440"/>
              </a:xfrm>
              <a:custGeom>
                <a:avLst/>
                <a:gdLst>
                  <a:gd name="textAreaLeft" fmla="*/ 0 w 339840"/>
                  <a:gd name="textAreaRight" fmla="*/ 340200 w 339840"/>
                  <a:gd name="textAreaTop" fmla="*/ 0 h 325440"/>
                  <a:gd name="textAreaBottom" fmla="*/ 325800 h 32544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9" name="Google Shape;1935;p 2"/>
              <p:cNvSpPr/>
              <p:nvPr/>
            </p:nvSpPr>
            <p:spPr>
              <a:xfrm rot="5400000">
                <a:off x="-458280" y="317412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0" name="Google Shape;1936;p 2"/>
              <p:cNvSpPr/>
              <p:nvPr/>
            </p:nvSpPr>
            <p:spPr>
              <a:xfrm rot="5400000">
                <a:off x="-108720" y="365256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811" name="Google Shape;1937;p 2"/>
          <p:cNvGrpSpPr/>
          <p:nvPr/>
        </p:nvGrpSpPr>
        <p:grpSpPr>
          <a:xfrm>
            <a:off x="-181080" y="1778400"/>
            <a:ext cx="1420560" cy="2832840"/>
            <a:chOff x="-181080" y="1778400"/>
            <a:chExt cx="1420560" cy="2832840"/>
          </a:xfrm>
        </p:grpSpPr>
        <p:sp>
          <p:nvSpPr>
            <p:cNvPr id="812" name="Google Shape;1938;p 2"/>
            <p:cNvSpPr/>
            <p:nvPr/>
          </p:nvSpPr>
          <p:spPr>
            <a:xfrm>
              <a:off x="-181080" y="177840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4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3" name="Google Shape;1939;p 2"/>
            <p:cNvGrpSpPr/>
            <p:nvPr/>
          </p:nvGrpSpPr>
          <p:grpSpPr>
            <a:xfrm>
              <a:off x="366120" y="3455280"/>
              <a:ext cx="161640" cy="161640"/>
              <a:chOff x="366120" y="3455280"/>
              <a:chExt cx="161640" cy="161640"/>
            </a:xfrm>
          </p:grpSpPr>
          <p:sp>
            <p:nvSpPr>
              <p:cNvPr id="814" name="Google Shape;1940;p 2"/>
              <p:cNvSpPr/>
              <p:nvPr/>
            </p:nvSpPr>
            <p:spPr>
              <a:xfrm rot="16200000">
                <a:off x="366120" y="3455280"/>
                <a:ext cx="161640" cy="1616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61640"/>
                  <a:gd name="textAreaBottom" fmla="*/ 162000 h 1616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1000" bIns="8100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5" name="Google Shape;1941;p 2"/>
              <p:cNvSpPr/>
              <p:nvPr/>
            </p:nvSpPr>
            <p:spPr>
              <a:xfrm rot="16200000">
                <a:off x="398520" y="3491640"/>
                <a:ext cx="96480" cy="88200"/>
              </a:xfrm>
              <a:custGeom>
                <a:avLst/>
                <a:gdLst>
                  <a:gd name="textAreaLeft" fmla="*/ 0 w 96480"/>
                  <a:gd name="textAreaRight" fmla="*/ 96840 w 9648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16" name="Google Shape;1942;p 2"/>
            <p:cNvGrpSpPr/>
            <p:nvPr/>
          </p:nvGrpSpPr>
          <p:grpSpPr>
            <a:xfrm>
              <a:off x="784800" y="2072520"/>
              <a:ext cx="161640" cy="161640"/>
              <a:chOff x="784800" y="2072520"/>
              <a:chExt cx="161640" cy="161640"/>
            </a:xfrm>
          </p:grpSpPr>
          <p:sp>
            <p:nvSpPr>
              <p:cNvPr id="817" name="Google Shape;1943;p 2"/>
              <p:cNvSpPr/>
              <p:nvPr/>
            </p:nvSpPr>
            <p:spPr>
              <a:xfrm rot="5400000">
                <a:off x="784800" y="2072520"/>
                <a:ext cx="161640" cy="1616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61640"/>
                  <a:gd name="textAreaBottom" fmla="*/ 162000 h 1616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1000" bIns="8100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8" name="Google Shape;1944;p 2"/>
              <p:cNvSpPr/>
              <p:nvPr/>
            </p:nvSpPr>
            <p:spPr>
              <a:xfrm rot="5400000">
                <a:off x="816840" y="2108880"/>
                <a:ext cx="96480" cy="88200"/>
              </a:xfrm>
              <a:custGeom>
                <a:avLst/>
                <a:gdLst>
                  <a:gd name="textAreaLeft" fmla="*/ 0 w 96480"/>
                  <a:gd name="textAreaRight" fmla="*/ 96840 w 9648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19" name="Google Shape;2413;p 1"/>
          <p:cNvSpPr/>
          <p:nvPr/>
        </p:nvSpPr>
        <p:spPr>
          <a:xfrm>
            <a:off x="1157400" y="4388760"/>
            <a:ext cx="748260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chemeClr val="accent3">
                    <a:lumMod val="50000"/>
                    <a:lumOff val="0"/>
                  </a:schemeClr>
                </a:solidFill>
                <a:effectLst/>
                <a:uFillTx/>
                <a:latin typeface="Poppins"/>
                <a:ea typeface="Poppins"/>
              </a:rPr>
              <a:t>Source: https://www.it-cisq.org/wp-content/uploads/sites/6/2022/11/CPSQ-Report-Nov-22-2.pdf</a:t>
            </a:r>
            <a:endParaRPr lang="en-GB" sz="1100" b="0" u="none" strike="noStrike">
              <a:solidFill>
                <a:schemeClr val="accent3">
                  <a:lumMod val="50000"/>
                  <a:lumOff val="0"/>
                </a:schemeClr>
              </a:solidFill>
              <a:effectLst/>
              <a:uFillTx/>
              <a:latin typeface="Arial"/>
            </a:endParaRPr>
          </a:p>
        </p:txBody>
      </p:sp>
      <p:grpSp>
        <p:nvGrpSpPr>
          <p:cNvPr id="820" name="Google Shape;2463;p 1"/>
          <p:cNvGrpSpPr/>
          <p:nvPr/>
        </p:nvGrpSpPr>
        <p:grpSpPr>
          <a:xfrm>
            <a:off x="1239480" y="4386600"/>
            <a:ext cx="4462920" cy="0"/>
            <a:chOff x="1239480" y="4386600"/>
            <a:chExt cx="4462920" cy="0"/>
          </a:xfrm>
        </p:grpSpPr>
        <p:cxnSp>
          <p:nvCxnSpPr>
            <p:cNvPr id="821" name="Google Shape;2465;p 1"/>
            <p:cNvCxnSpPr/>
            <p:nvPr/>
          </p:nvCxnSpPr>
          <p:spPr>
            <a:xfrm>
              <a:off x="1239480" y="4386600"/>
              <a:ext cx="4463280" cy="360"/>
            </a:xfrm>
            <a:prstGeom prst="straightConnector1">
              <a:avLst/>
            </a:prstGeom>
            <a:ln w="9360">
              <a:solidFill>
                <a:schemeClr val="dk2"/>
              </a:solidFill>
              <a:round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Without Best Practice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23" name="Google Shape;2194;p 2"/>
          <p:cNvGraphicFramePr/>
          <p:nvPr/>
        </p:nvGraphicFramePr>
        <p:xfrm>
          <a:off x="720000" y="1385280"/>
          <a:ext cx="7703640" cy="1758600"/>
        </p:xfrm>
        <a:graphic>
          <a:graphicData uri="http://schemas.openxmlformats.org/drawingml/2006/table">
            <a:tbl>
              <a:tblPr/>
              <a:tblGrid>
                <a:gridCol w="1926000"/>
                <a:gridCol w="1926000"/>
                <a:gridCol w="1926000"/>
                <a:gridCol w="1926000"/>
              </a:tblGrid>
              <a:tr h="626760">
                <a:tc>
                  <a:txBody>
                    <a:bodyPr lIns="91080" tIns="91080" rIns="91080" bIns="91080" anchor="ctr">
                      <a:noAutofit/>
                    </a:bodyPr>
                    <a:p>
                      <a:pPr marL="228600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en" sz="2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BM Plex Mono"/>
                          <a:ea typeface="IBM Plex Mono"/>
                        </a:rPr>
                        <a:t>Feature 1</a:t>
                      </a:r>
                      <a:endParaRPr lang="en-GB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EB9109"/>
                      </a:solidFill>
                      <a:prstDash val="solid"/>
                    </a:lnL>
                    <a:lnR w="9360">
                      <a:solidFill>
                        <a:srgbClr val="EB9109"/>
                      </a:solidFill>
                      <a:prstDash val="solid"/>
                    </a:lnR>
                    <a:lnT w="9360">
                      <a:solidFill>
                        <a:srgbClr val="EB9109"/>
                      </a:solidFill>
                      <a:prstDash val="solid"/>
                    </a:lnT>
                    <a:lnB w="9360">
                      <a:solidFill>
                        <a:srgbClr val="EB9109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marL="228600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en" sz="2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BM Plex Mono"/>
                          <a:ea typeface="IBM Plex Mono"/>
                        </a:rPr>
                        <a:t>Feature 2</a:t>
                      </a:r>
                      <a:endParaRPr lang="en-GB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EB9109"/>
                      </a:solidFill>
                      <a:prstDash val="solid"/>
                    </a:lnL>
                    <a:lnR w="9360">
                      <a:solidFill>
                        <a:srgbClr val="EB9109"/>
                      </a:solidFill>
                      <a:prstDash val="solid"/>
                    </a:lnR>
                    <a:lnT w="9360">
                      <a:solidFill>
                        <a:srgbClr val="EB9109"/>
                      </a:solidFill>
                      <a:prstDash val="solid"/>
                    </a:lnT>
                    <a:lnB w="9360">
                      <a:solidFill>
                        <a:srgbClr val="EB9109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marL="228600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en" sz="2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BM Plex Mono"/>
                          <a:ea typeface="IBM Plex Mono"/>
                        </a:rPr>
                        <a:t>Feature 3</a:t>
                      </a:r>
                      <a:endParaRPr lang="en-GB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EB9109"/>
                      </a:solidFill>
                      <a:prstDash val="solid"/>
                    </a:lnL>
                    <a:lnR w="9360">
                      <a:solidFill>
                        <a:srgbClr val="EB9109"/>
                      </a:solidFill>
                      <a:prstDash val="solid"/>
                    </a:lnR>
                    <a:lnT w="9360">
                      <a:solidFill>
                        <a:srgbClr val="EB9109"/>
                      </a:solidFill>
                      <a:prstDash val="solid"/>
                    </a:lnT>
                    <a:lnB w="9360">
                      <a:solidFill>
                        <a:srgbClr val="EB9109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marL="228600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en" sz="2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BM Plex Mono"/>
                          <a:ea typeface="IBM Plex Mono"/>
                        </a:rPr>
                        <a:t>TOTAL</a:t>
                      </a:r>
                      <a:endParaRPr lang="en-GB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EB9109"/>
                      </a:solidFill>
                      <a:prstDash val="solid"/>
                    </a:lnL>
                    <a:lnR w="9360">
                      <a:solidFill>
                        <a:srgbClr val="EB9109"/>
                      </a:solidFill>
                      <a:prstDash val="solid"/>
                    </a:lnR>
                    <a:lnT w="9360">
                      <a:solidFill>
                        <a:srgbClr val="EB9109"/>
                      </a:solidFill>
                      <a:prstDash val="solid"/>
                    </a:lnT>
                    <a:lnB w="9360">
                      <a:solidFill>
                        <a:srgbClr val="EB9109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</a:tr>
              <a:tr h="1132200">
                <a:tc>
                  <a:txBody>
                    <a:bodyPr lIns="91080" tIns="91080" rIns="91080" bIns="91080" anchor="ctr" anchorCtr="1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" sz="2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£100,000</a:t>
                      </a:r>
                      <a:endParaRPr lang="en-GB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EB9109"/>
                      </a:solidFill>
                      <a:prstDash val="solid"/>
                    </a:lnL>
                    <a:lnR w="9360">
                      <a:solidFill>
                        <a:srgbClr val="EB9109"/>
                      </a:solidFill>
                      <a:prstDash val="solid"/>
                    </a:lnR>
                    <a:lnT w="9360">
                      <a:solidFill>
                        <a:srgbClr val="EB9109"/>
                      </a:solidFill>
                      <a:prstDash val="solid"/>
                    </a:lnT>
                    <a:lnB w="9360">
                      <a:solidFill>
                        <a:srgbClr val="EB9109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1080" tIns="91080" rIns="91080" bIns="91080" anchor="ctr" anchorCtr="1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" sz="2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£200,000</a:t>
                      </a:r>
                      <a:endParaRPr lang="en-GB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EB9109"/>
                      </a:solidFill>
                      <a:prstDash val="solid"/>
                    </a:lnL>
                    <a:lnR w="9360">
                      <a:solidFill>
                        <a:srgbClr val="EB9109"/>
                      </a:solidFill>
                      <a:prstDash val="solid"/>
                    </a:lnR>
                    <a:lnT w="9360">
                      <a:solidFill>
                        <a:srgbClr val="EB9109"/>
                      </a:solidFill>
                      <a:prstDash val="solid"/>
                    </a:lnT>
                    <a:lnB w="9360">
                      <a:solidFill>
                        <a:srgbClr val="EB9109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/>
                      <a:r>
                        <a:rPr lang="en" sz="2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£400,000</a:t>
                      </a:r>
                      <a:endParaRPr lang="en-GB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EB9109"/>
                      </a:solidFill>
                      <a:prstDash val="solid"/>
                    </a:lnL>
                    <a:lnR w="9360">
                      <a:solidFill>
                        <a:srgbClr val="EB9109"/>
                      </a:solidFill>
                      <a:prstDash val="solid"/>
                    </a:lnR>
                    <a:lnT w="9360">
                      <a:solidFill>
                        <a:srgbClr val="EB9109"/>
                      </a:solidFill>
                      <a:prstDash val="solid"/>
                    </a:lnT>
                    <a:lnB w="9360">
                      <a:solidFill>
                        <a:srgbClr val="EB9109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/>
                      <a:r>
                        <a:rPr lang="en" sz="2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£700,000</a:t>
                      </a:r>
                      <a:endParaRPr lang="en-GB" sz="2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EB9109"/>
                      </a:solidFill>
                      <a:prstDash val="solid"/>
                    </a:lnL>
                    <a:lnR w="9360">
                      <a:solidFill>
                        <a:srgbClr val="EB9109"/>
                      </a:solidFill>
                      <a:prstDash val="solid"/>
                    </a:lnR>
                    <a:lnT w="9360">
                      <a:solidFill>
                        <a:srgbClr val="EB9109"/>
                      </a:solidFill>
                      <a:prstDash val="solid"/>
                    </a:lnT>
                    <a:lnB w="9360">
                      <a:solidFill>
                        <a:srgbClr val="EB9109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With Best Practice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25" name="Google Shape;2194;p 3"/>
          <p:cNvGraphicFramePr/>
          <p:nvPr/>
        </p:nvGraphicFramePr>
        <p:xfrm>
          <a:off x="720000" y="1385280"/>
          <a:ext cx="7703640" cy="1758600"/>
        </p:xfrm>
        <a:graphic>
          <a:graphicData uri="http://schemas.openxmlformats.org/drawingml/2006/table">
            <a:tbl>
              <a:tblPr/>
              <a:tblGrid>
                <a:gridCol w="1926000"/>
                <a:gridCol w="1926000"/>
                <a:gridCol w="1926000"/>
                <a:gridCol w="1926000"/>
              </a:tblGrid>
              <a:tr h="626760">
                <a:tc>
                  <a:txBody>
                    <a:bodyPr lIns="91080" tIns="91080" rIns="91080" bIns="91080" anchor="ctr">
                      <a:noAutofit/>
                    </a:bodyPr>
                    <a:p>
                      <a:pPr marL="228600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en" sz="2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BM Plex Mono"/>
                          <a:ea typeface="IBM Plex Mono"/>
                        </a:rPr>
                        <a:t>Feature 1</a:t>
                      </a:r>
                      <a:endParaRPr lang="en-GB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EB9109"/>
                      </a:solidFill>
                      <a:prstDash val="solid"/>
                    </a:lnL>
                    <a:lnR w="9360">
                      <a:solidFill>
                        <a:srgbClr val="EB9109"/>
                      </a:solidFill>
                      <a:prstDash val="solid"/>
                    </a:lnR>
                    <a:lnT w="9360">
                      <a:solidFill>
                        <a:srgbClr val="EB9109"/>
                      </a:solidFill>
                      <a:prstDash val="solid"/>
                    </a:lnT>
                    <a:lnB w="9360">
                      <a:solidFill>
                        <a:srgbClr val="EB9109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marL="228600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en" sz="2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BM Plex Mono"/>
                          <a:ea typeface="IBM Plex Mono"/>
                        </a:rPr>
                        <a:t>Feature 2</a:t>
                      </a:r>
                      <a:endParaRPr lang="en-GB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EB9109"/>
                      </a:solidFill>
                      <a:prstDash val="solid"/>
                    </a:lnL>
                    <a:lnR w="9360">
                      <a:solidFill>
                        <a:srgbClr val="EB9109"/>
                      </a:solidFill>
                      <a:prstDash val="solid"/>
                    </a:lnR>
                    <a:lnT w="9360">
                      <a:solidFill>
                        <a:srgbClr val="EB9109"/>
                      </a:solidFill>
                      <a:prstDash val="solid"/>
                    </a:lnT>
                    <a:lnB w="9360">
                      <a:solidFill>
                        <a:srgbClr val="EB9109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marL="228600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en" sz="2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BM Plex Mono"/>
                          <a:ea typeface="IBM Plex Mono"/>
                        </a:rPr>
                        <a:t>Feature 3</a:t>
                      </a:r>
                      <a:endParaRPr lang="en-GB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EB9109"/>
                      </a:solidFill>
                      <a:prstDash val="solid"/>
                    </a:lnL>
                    <a:lnR w="9360">
                      <a:solidFill>
                        <a:srgbClr val="EB9109"/>
                      </a:solidFill>
                      <a:prstDash val="solid"/>
                    </a:lnR>
                    <a:lnT w="9360">
                      <a:solidFill>
                        <a:srgbClr val="EB9109"/>
                      </a:solidFill>
                      <a:prstDash val="solid"/>
                    </a:lnT>
                    <a:lnB w="9360">
                      <a:solidFill>
                        <a:srgbClr val="EB9109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marL="228600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en" sz="2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BM Plex Mono"/>
                          <a:ea typeface="IBM Plex Mono"/>
                        </a:rPr>
                        <a:t>TOTAL</a:t>
                      </a:r>
                      <a:endParaRPr lang="en-GB" sz="2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EB9109"/>
                      </a:solidFill>
                      <a:prstDash val="solid"/>
                    </a:lnL>
                    <a:lnR w="9360">
                      <a:solidFill>
                        <a:srgbClr val="EB9109"/>
                      </a:solidFill>
                      <a:prstDash val="solid"/>
                    </a:lnR>
                    <a:lnT w="9360">
                      <a:solidFill>
                        <a:srgbClr val="EB9109"/>
                      </a:solidFill>
                      <a:prstDash val="solid"/>
                    </a:lnT>
                    <a:lnB w="9360">
                      <a:solidFill>
                        <a:srgbClr val="EB9109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</a:tr>
              <a:tr h="1132200">
                <a:tc>
                  <a:txBody>
                    <a:bodyPr lIns="91080" tIns="91080" rIns="91080" bIns="91080" anchor="ctr" anchorCtr="1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" sz="2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£110,000</a:t>
                      </a:r>
                      <a:endParaRPr lang="en-GB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EB9109"/>
                      </a:solidFill>
                      <a:prstDash val="solid"/>
                    </a:lnL>
                    <a:lnR w="9360">
                      <a:solidFill>
                        <a:srgbClr val="EB9109"/>
                      </a:solidFill>
                      <a:prstDash val="solid"/>
                    </a:lnR>
                    <a:lnT w="9360">
                      <a:solidFill>
                        <a:srgbClr val="EB9109"/>
                      </a:solidFill>
                      <a:prstDash val="solid"/>
                    </a:lnT>
                    <a:lnB w="9360">
                      <a:solidFill>
                        <a:srgbClr val="EB9109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1080" tIns="91080" rIns="91080" bIns="91080" anchor="ctr" anchorCtr="1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" sz="2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£110,000</a:t>
                      </a:r>
                      <a:endParaRPr lang="en-GB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EB9109"/>
                      </a:solidFill>
                      <a:prstDash val="solid"/>
                    </a:lnL>
                    <a:lnR w="9360">
                      <a:solidFill>
                        <a:srgbClr val="EB9109"/>
                      </a:solidFill>
                      <a:prstDash val="solid"/>
                    </a:lnR>
                    <a:lnT w="9360">
                      <a:solidFill>
                        <a:srgbClr val="EB9109"/>
                      </a:solidFill>
                      <a:prstDash val="solid"/>
                    </a:lnT>
                    <a:lnB w="9360">
                      <a:solidFill>
                        <a:srgbClr val="EB9109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1080" tIns="91080" rIns="91080" bIns="91080" anchor="ctr" anchorCtr="1">
                      <a:noAutofit/>
                    </a:bodyPr>
                    <a:p>
                      <a:pPr algn="ctr"/>
                      <a:r>
                        <a:rPr lang="en" sz="2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£110,000</a:t>
                      </a:r>
                      <a:endParaRPr lang="en-GB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EB9109"/>
                      </a:solidFill>
                      <a:prstDash val="solid"/>
                    </a:lnL>
                    <a:lnR w="9360">
                      <a:solidFill>
                        <a:srgbClr val="EB9109"/>
                      </a:solidFill>
                      <a:prstDash val="solid"/>
                    </a:lnR>
                    <a:lnT w="9360">
                      <a:solidFill>
                        <a:srgbClr val="EB9109"/>
                      </a:solidFill>
                      <a:prstDash val="solid"/>
                    </a:lnT>
                    <a:lnB w="9360">
                      <a:solidFill>
                        <a:srgbClr val="EB9109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1080" tIns="91080" rIns="91080" bIns="91080" anchor="ctr" anchorCtr="1">
                      <a:noAutofit/>
                    </a:bodyPr>
                    <a:p>
                      <a:pPr algn="ctr"/>
                      <a:r>
                        <a:rPr lang="en" sz="2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£330,000</a:t>
                      </a:r>
                      <a:endParaRPr lang="en-GB" sz="2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EB9109"/>
                      </a:solidFill>
                      <a:prstDash val="solid"/>
                    </a:lnL>
                    <a:lnR w="9360">
                      <a:solidFill>
                        <a:srgbClr val="EB9109"/>
                      </a:solidFill>
                      <a:prstDash val="solid"/>
                    </a:lnR>
                    <a:lnT w="9360">
                      <a:solidFill>
                        <a:srgbClr val="EB9109"/>
                      </a:solidFill>
                      <a:prstDash val="solid"/>
                    </a:lnT>
                    <a:lnB w="9360">
                      <a:solidFill>
                        <a:srgbClr val="EB9109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1" u="none" strike="noStrik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Software Development in a Nutshell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PlaceHolder 2"/>
          <p:cNvSpPr>
            <a:spLocks noGrp="1"/>
          </p:cNvSpPr>
          <p:nvPr>
            <p:ph type="subTitle"/>
          </p:nvPr>
        </p:nvSpPr>
        <p:spPr>
          <a:xfrm>
            <a:off x="720000" y="1918800"/>
            <a:ext cx="3233520" cy="40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" sz="1900" b="1" u="none" strike="noStrike">
                <a:solidFill>
                  <a:schemeClr val="dk1"/>
                </a:solidFill>
                <a:effectLst/>
                <a:uFillTx/>
                <a:latin typeface="IBM Plex Mono"/>
                <a:ea typeface="IBM Plex Mono"/>
              </a:rPr>
              <a:t>Build the right thing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PlaceHolder 3"/>
          <p:cNvSpPr>
            <a:spLocks noGrp="1"/>
          </p:cNvSpPr>
          <p:nvPr>
            <p:ph type="title"/>
          </p:nvPr>
        </p:nvSpPr>
        <p:spPr>
          <a:xfrm>
            <a:off x="720000" y="1344600"/>
            <a:ext cx="10573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01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PlaceHolder 4"/>
          <p:cNvSpPr>
            <a:spLocks noGrp="1"/>
          </p:cNvSpPr>
          <p:nvPr>
            <p:ph type="title"/>
          </p:nvPr>
        </p:nvSpPr>
        <p:spPr>
          <a:xfrm>
            <a:off x="726480" y="2623680"/>
            <a:ext cx="10573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02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PlaceHolder 5"/>
          <p:cNvSpPr>
            <a:spLocks noGrp="1"/>
          </p:cNvSpPr>
          <p:nvPr>
            <p:ph type="subTitle"/>
          </p:nvPr>
        </p:nvSpPr>
        <p:spPr>
          <a:xfrm>
            <a:off x="726480" y="3197880"/>
            <a:ext cx="3233520" cy="40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" sz="1900" b="1" u="none" strike="noStrike">
                <a:solidFill>
                  <a:schemeClr val="dk1"/>
                </a:solidFill>
                <a:effectLst/>
                <a:uFillTx/>
                <a:latin typeface="IBM Plex Mono"/>
                <a:ea typeface="IBM Plex Mono"/>
              </a:rPr>
              <a:t>Build it right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What is Best Practice?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2" name=""/>
          <p:cNvPicPr/>
          <p:nvPr/>
        </p:nvPicPr>
        <p:blipFill>
          <a:blip r:embed="rId1"/>
          <a:stretch/>
        </p:blipFill>
        <p:spPr>
          <a:xfrm>
            <a:off x="900000" y="1135800"/>
            <a:ext cx="7740000" cy="3724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1" u="none" strike="noStrik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Naming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4" name=""/>
          <p:cNvPicPr/>
          <p:nvPr/>
        </p:nvPicPr>
        <p:blipFill>
          <a:blip r:embed="rId1"/>
          <a:stretch/>
        </p:blipFill>
        <p:spPr>
          <a:xfrm>
            <a:off x="540000" y="1357200"/>
            <a:ext cx="8606160" cy="243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1" u="none" strike="noStrik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Naming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6" name=""/>
          <p:cNvPicPr/>
          <p:nvPr/>
        </p:nvPicPr>
        <p:blipFill>
          <a:blip r:embed="rId1"/>
          <a:stretch/>
        </p:blipFill>
        <p:spPr>
          <a:xfrm>
            <a:off x="540000" y="1357200"/>
            <a:ext cx="8606160" cy="243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PlaceHolder 1"/>
          <p:cNvSpPr>
            <a:spLocks noGrp="1"/>
          </p:cNvSpPr>
          <p:nvPr>
            <p:ph type="subTitle"/>
          </p:nvPr>
        </p:nvSpPr>
        <p:spPr>
          <a:xfrm>
            <a:off x="720000" y="3252240"/>
            <a:ext cx="559764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Find the bug...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38" name="Google Shape;1485;p38"/>
          <p:cNvGrpSpPr/>
          <p:nvPr/>
        </p:nvGrpSpPr>
        <p:grpSpPr>
          <a:xfrm>
            <a:off x="-374400" y="3354480"/>
            <a:ext cx="3922200" cy="2969640"/>
            <a:chOff x="-374400" y="3354480"/>
            <a:chExt cx="3922200" cy="2969640"/>
          </a:xfrm>
        </p:grpSpPr>
        <p:pic>
          <p:nvPicPr>
            <p:cNvPr id="839" name="Google Shape;1486;p38"/>
            <p:cNvPicPr/>
            <p:nvPr/>
          </p:nvPicPr>
          <p:blipFill>
            <a:blip r:embed="rId1"/>
            <a:stretch/>
          </p:blipFill>
          <p:spPr>
            <a:xfrm>
              <a:off x="-374400" y="3354480"/>
              <a:ext cx="3890880" cy="29696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840" name="Google Shape;1487;p38"/>
            <p:cNvGrpSpPr/>
            <p:nvPr/>
          </p:nvGrpSpPr>
          <p:grpSpPr>
            <a:xfrm>
              <a:off x="1853640" y="4445640"/>
              <a:ext cx="1694160" cy="1359720"/>
              <a:chOff x="1853640" y="4445640"/>
              <a:chExt cx="1694160" cy="1359720"/>
            </a:xfrm>
          </p:grpSpPr>
          <p:sp>
            <p:nvSpPr>
              <p:cNvPr id="841" name="Google Shape;1488;p38"/>
              <p:cNvSpPr/>
              <p:nvPr/>
            </p:nvSpPr>
            <p:spPr>
              <a:xfrm>
                <a:off x="2287440" y="4713840"/>
                <a:ext cx="1260360" cy="1091520"/>
              </a:xfrm>
              <a:custGeom>
                <a:avLst/>
                <a:gdLst>
                  <a:gd name="textAreaLeft" fmla="*/ 0 w 1260360"/>
                  <a:gd name="textAreaRight" fmla="*/ 1260720 w 1260360"/>
                  <a:gd name="textAreaTop" fmla="*/ 0 h 1091520"/>
                  <a:gd name="textAreaBottom" fmla="*/ 1091880 h 10915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2" name="Google Shape;1489;p38"/>
              <p:cNvSpPr/>
              <p:nvPr/>
            </p:nvSpPr>
            <p:spPr>
              <a:xfrm>
                <a:off x="2264040" y="4445640"/>
                <a:ext cx="900360" cy="779760"/>
              </a:xfrm>
              <a:custGeom>
                <a:avLst/>
                <a:gdLst>
                  <a:gd name="textAreaLeft" fmla="*/ 0 w 900360"/>
                  <a:gd name="textAreaRight" fmla="*/ 900720 w 900360"/>
                  <a:gd name="textAreaTop" fmla="*/ 0 h 779760"/>
                  <a:gd name="textAreaBottom" fmla="*/ 780120 h 779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3" name="Google Shape;1490;p38"/>
              <p:cNvSpPr/>
              <p:nvPr/>
            </p:nvSpPr>
            <p:spPr>
              <a:xfrm>
                <a:off x="1853640" y="4713840"/>
                <a:ext cx="900360" cy="779760"/>
              </a:xfrm>
              <a:custGeom>
                <a:avLst/>
                <a:gdLst>
                  <a:gd name="textAreaLeft" fmla="*/ 0 w 900360"/>
                  <a:gd name="textAreaRight" fmla="*/ 900720 w 900360"/>
                  <a:gd name="textAreaTop" fmla="*/ 0 h 779760"/>
                  <a:gd name="textAreaBottom" fmla="*/ 780120 h 779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44" name="PlaceHolder 2"/>
          <p:cNvSpPr>
            <a:spLocks noGrp="1"/>
          </p:cNvSpPr>
          <p:nvPr>
            <p:ph type="title"/>
          </p:nvPr>
        </p:nvSpPr>
        <p:spPr>
          <a:xfrm>
            <a:off x="720000" y="2079360"/>
            <a:ext cx="559764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000" b="1" u="none" strike="noStrik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Functions</a:t>
            </a:r>
            <a:endParaRPr lang="en-GB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45" name="Google Shape;1492;p38"/>
          <p:cNvGrpSpPr/>
          <p:nvPr/>
        </p:nvGrpSpPr>
        <p:grpSpPr>
          <a:xfrm>
            <a:off x="6487560" y="-1301040"/>
            <a:ext cx="4267800" cy="6665400"/>
            <a:chOff x="6487560" y="-1301040"/>
            <a:chExt cx="4267800" cy="6665400"/>
          </a:xfrm>
        </p:grpSpPr>
        <p:sp>
          <p:nvSpPr>
            <p:cNvPr id="846" name="Google Shape;1493;p38"/>
            <p:cNvSpPr/>
            <p:nvPr/>
          </p:nvSpPr>
          <p:spPr>
            <a:xfrm>
              <a:off x="6727680" y="103320"/>
              <a:ext cx="4006080" cy="4748760"/>
            </a:xfrm>
            <a:custGeom>
              <a:avLst/>
              <a:gdLst>
                <a:gd name="textAreaLeft" fmla="*/ 0 w 4006080"/>
                <a:gd name="textAreaRight" fmla="*/ 4006440 w 4006080"/>
                <a:gd name="textAreaTop" fmla="*/ 0 h 4748760"/>
                <a:gd name="textAreaBottom" fmla="*/ 4749120 h 474876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7" name="Google Shape;1494;p38"/>
            <p:cNvSpPr/>
            <p:nvPr/>
          </p:nvSpPr>
          <p:spPr>
            <a:xfrm>
              <a:off x="7070400" y="81360"/>
              <a:ext cx="2925000" cy="3057480"/>
            </a:xfrm>
            <a:custGeom>
              <a:avLst/>
              <a:gdLst>
                <a:gd name="textAreaLeft" fmla="*/ 0 w 2925000"/>
                <a:gd name="textAreaRight" fmla="*/ 292536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8" name="Google Shape;1495;p38"/>
            <p:cNvSpPr/>
            <p:nvPr/>
          </p:nvSpPr>
          <p:spPr>
            <a:xfrm>
              <a:off x="7602480" y="24552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9" name="Google Shape;1496;p38"/>
            <p:cNvSpPr/>
            <p:nvPr/>
          </p:nvSpPr>
          <p:spPr>
            <a:xfrm>
              <a:off x="7235280" y="622440"/>
              <a:ext cx="1860120" cy="4595040"/>
            </a:xfrm>
            <a:custGeom>
              <a:avLst/>
              <a:gdLst>
                <a:gd name="textAreaLeft" fmla="*/ 0 w 1860120"/>
                <a:gd name="textAreaRight" fmla="*/ 1860480 w 1860120"/>
                <a:gd name="textAreaTop" fmla="*/ 0 h 4595040"/>
                <a:gd name="textAreaBottom" fmla="*/ 4595400 h 45950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0" name="Google Shape;1497;p38"/>
            <p:cNvSpPr/>
            <p:nvPr/>
          </p:nvSpPr>
          <p:spPr>
            <a:xfrm>
              <a:off x="6933240" y="621360"/>
              <a:ext cx="1860120" cy="4595040"/>
            </a:xfrm>
            <a:custGeom>
              <a:avLst/>
              <a:gdLst>
                <a:gd name="textAreaLeft" fmla="*/ 0 w 1860120"/>
                <a:gd name="textAreaRight" fmla="*/ 1860480 w 1860120"/>
                <a:gd name="textAreaTop" fmla="*/ 0 h 4595040"/>
                <a:gd name="textAreaBottom" fmla="*/ 4595400 h 45950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51" name="Google Shape;1498;p38"/>
            <p:cNvPicPr/>
            <p:nvPr/>
          </p:nvPicPr>
          <p:blipFill>
            <a:blip r:embed="rId2"/>
            <a:stretch/>
          </p:blipFill>
          <p:spPr>
            <a:xfrm>
              <a:off x="6487560" y="-1301040"/>
              <a:ext cx="4198320" cy="32040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852" name="Google Shape;1499;p38"/>
            <p:cNvGrpSpPr/>
            <p:nvPr/>
          </p:nvGrpSpPr>
          <p:grpSpPr>
            <a:xfrm>
              <a:off x="8232840" y="4254480"/>
              <a:ext cx="708120" cy="707760"/>
              <a:chOff x="8232840" y="4254480"/>
              <a:chExt cx="708120" cy="707760"/>
            </a:xfrm>
          </p:grpSpPr>
          <p:sp>
            <p:nvSpPr>
              <p:cNvPr id="853" name="Google Shape;1500;p38"/>
              <p:cNvSpPr/>
              <p:nvPr/>
            </p:nvSpPr>
            <p:spPr>
              <a:xfrm rot="5400000">
                <a:off x="8691480" y="425448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4" name="Google Shape;1501;p38"/>
              <p:cNvSpPr/>
              <p:nvPr/>
            </p:nvSpPr>
            <p:spPr>
              <a:xfrm rot="5400000">
                <a:off x="8615160" y="433080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5" name="Google Shape;1502;p38"/>
              <p:cNvSpPr/>
              <p:nvPr/>
            </p:nvSpPr>
            <p:spPr>
              <a:xfrm rot="5400000">
                <a:off x="8538840" y="440712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6" name="Google Shape;1503;p38"/>
              <p:cNvSpPr/>
              <p:nvPr/>
            </p:nvSpPr>
            <p:spPr>
              <a:xfrm rot="5400000">
                <a:off x="8462160" y="4483440"/>
                <a:ext cx="249480" cy="24912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7" name="Google Shape;1504;p38"/>
              <p:cNvSpPr/>
              <p:nvPr/>
            </p:nvSpPr>
            <p:spPr>
              <a:xfrm rot="5400000">
                <a:off x="8385840" y="456012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8" name="Google Shape;1505;p38"/>
              <p:cNvSpPr/>
              <p:nvPr/>
            </p:nvSpPr>
            <p:spPr>
              <a:xfrm rot="5400000">
                <a:off x="8309520" y="463680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480 w 249120"/>
                  <a:gd name="textAreaTop" fmla="*/ 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9" name="Google Shape;1506;p38"/>
              <p:cNvSpPr/>
              <p:nvPr/>
            </p:nvSpPr>
            <p:spPr>
              <a:xfrm rot="5400000">
                <a:off x="8232840" y="471276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60" name="Google Shape;1507;p38"/>
            <p:cNvGrpSpPr/>
            <p:nvPr/>
          </p:nvGrpSpPr>
          <p:grpSpPr>
            <a:xfrm>
              <a:off x="8999280" y="3354480"/>
              <a:ext cx="457920" cy="457200"/>
              <a:chOff x="8999280" y="3354480"/>
              <a:chExt cx="457920" cy="457200"/>
            </a:xfrm>
          </p:grpSpPr>
          <p:sp>
            <p:nvSpPr>
              <p:cNvPr id="861" name="Google Shape;1508;p38"/>
              <p:cNvSpPr/>
              <p:nvPr/>
            </p:nvSpPr>
            <p:spPr>
              <a:xfrm rot="5400000">
                <a:off x="9295920" y="335448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2" name="Google Shape;1509;p38"/>
              <p:cNvSpPr/>
              <p:nvPr/>
            </p:nvSpPr>
            <p:spPr>
              <a:xfrm rot="5400000">
                <a:off x="9246600" y="340344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3" name="Google Shape;1510;p38"/>
              <p:cNvSpPr/>
              <p:nvPr/>
            </p:nvSpPr>
            <p:spPr>
              <a:xfrm rot="5400000">
                <a:off x="9197280" y="345312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4" name="Google Shape;1511;p38"/>
              <p:cNvSpPr/>
              <p:nvPr/>
            </p:nvSpPr>
            <p:spPr>
              <a:xfrm rot="5400000">
                <a:off x="9147600" y="3502440"/>
                <a:ext cx="161280" cy="16092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0920"/>
                  <a:gd name="textAreaBottom" fmla="*/ 161280 h 16092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5" name="Google Shape;1512;p38"/>
              <p:cNvSpPr/>
              <p:nvPr/>
            </p:nvSpPr>
            <p:spPr>
              <a:xfrm rot="5400000">
                <a:off x="9098280" y="355176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6" name="Google Shape;1513;p38"/>
              <p:cNvSpPr/>
              <p:nvPr/>
            </p:nvSpPr>
            <p:spPr>
              <a:xfrm rot="5400000">
                <a:off x="9048960" y="360144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280 w 160920"/>
                  <a:gd name="textAreaTop" fmla="*/ 0 h 160920"/>
                  <a:gd name="textAreaBottom" fmla="*/ 161280 h 16092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7" name="Google Shape;1514;p38"/>
              <p:cNvSpPr/>
              <p:nvPr/>
            </p:nvSpPr>
            <p:spPr>
              <a:xfrm rot="5400000">
                <a:off x="8999280" y="365040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68" name="Google Shape;1515;p38"/>
            <p:cNvGrpSpPr/>
            <p:nvPr/>
          </p:nvGrpSpPr>
          <p:grpSpPr>
            <a:xfrm>
              <a:off x="8146800" y="539640"/>
              <a:ext cx="207720" cy="207720"/>
              <a:chOff x="8146800" y="539640"/>
              <a:chExt cx="207720" cy="207720"/>
            </a:xfrm>
          </p:grpSpPr>
          <p:sp>
            <p:nvSpPr>
              <p:cNvPr id="869" name="Google Shape;1516;p38"/>
              <p:cNvSpPr/>
              <p:nvPr/>
            </p:nvSpPr>
            <p:spPr>
              <a:xfrm>
                <a:off x="8146800" y="539640"/>
                <a:ext cx="207720" cy="20772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3440" bIns="73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0" name="Google Shape;1517;p38"/>
              <p:cNvSpPr/>
              <p:nvPr/>
            </p:nvSpPr>
            <p:spPr>
              <a:xfrm>
                <a:off x="8175960" y="568800"/>
                <a:ext cx="149040" cy="14904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920" bIns="5292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71" name="Google Shape;1518;p38"/>
            <p:cNvGrpSpPr/>
            <p:nvPr/>
          </p:nvGrpSpPr>
          <p:grpSpPr>
            <a:xfrm>
              <a:off x="7554240" y="2467800"/>
              <a:ext cx="207720" cy="207720"/>
              <a:chOff x="7554240" y="2467800"/>
              <a:chExt cx="207720" cy="207720"/>
            </a:xfrm>
          </p:grpSpPr>
          <p:sp>
            <p:nvSpPr>
              <p:cNvPr id="872" name="Google Shape;1519;p38"/>
              <p:cNvSpPr/>
              <p:nvPr/>
            </p:nvSpPr>
            <p:spPr>
              <a:xfrm>
                <a:off x="7554240" y="2467800"/>
                <a:ext cx="207720" cy="20772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3440" bIns="73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3" name="Google Shape;1520;p38"/>
              <p:cNvSpPr/>
              <p:nvPr/>
            </p:nvSpPr>
            <p:spPr>
              <a:xfrm>
                <a:off x="7583760" y="2496960"/>
                <a:ext cx="149040" cy="14904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920" bIns="5292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74" name="Google Shape;1521;p38"/>
            <p:cNvSpPr/>
            <p:nvPr/>
          </p:nvSpPr>
          <p:spPr>
            <a:xfrm>
              <a:off x="7454520" y="4164120"/>
              <a:ext cx="147600" cy="147600"/>
            </a:xfrm>
            <a:prstGeom prst="ellipse">
              <a:avLst/>
            </a:pr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2200" bIns="5220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75" name="Google Shape;1522;p38"/>
          <p:cNvGrpSpPr/>
          <p:nvPr/>
        </p:nvGrpSpPr>
        <p:grpSpPr>
          <a:xfrm>
            <a:off x="795960" y="3019680"/>
            <a:ext cx="4559040" cy="133920"/>
            <a:chOff x="795960" y="3019680"/>
            <a:chExt cx="4559040" cy="133920"/>
          </a:xfrm>
        </p:grpSpPr>
        <p:sp>
          <p:nvSpPr>
            <p:cNvPr id="876" name="Google Shape;1523;p38"/>
            <p:cNvSpPr/>
            <p:nvPr/>
          </p:nvSpPr>
          <p:spPr>
            <a:xfrm>
              <a:off x="5221080" y="3019680"/>
              <a:ext cx="133920" cy="133920"/>
            </a:xfrm>
            <a:prstGeom prst="ellipse">
              <a:avLst/>
            </a:prstGeom>
            <a:noFill/>
            <a:ln w="9360">
              <a:solidFill>
                <a:schemeClr val="dk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7520" bIns="4752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77" name="Google Shape;1524;p38"/>
            <p:cNvCxnSpPr/>
            <p:nvPr/>
          </p:nvCxnSpPr>
          <p:spPr>
            <a:xfrm>
              <a:off x="795960" y="3086640"/>
              <a:ext cx="4463280" cy="360"/>
            </a:xfrm>
            <a:prstGeom prst="straightConnector1">
              <a:avLst/>
            </a:prstGeom>
            <a:ln w="9360">
              <a:solidFill>
                <a:schemeClr val="dk2"/>
              </a:solidFill>
              <a:round/>
            </a:ln>
          </p:spPr>
        </p:cxnSp>
        <p:sp>
          <p:nvSpPr>
            <p:cNvPr id="878" name="Google Shape;1525;p38"/>
            <p:cNvSpPr/>
            <p:nvPr/>
          </p:nvSpPr>
          <p:spPr>
            <a:xfrm>
              <a:off x="5250960" y="304992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endParaRPr lang="en-GB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79" name="Google Shape;1484;p 1"/>
          <p:cNvSpPr txBox="1"/>
          <p:nvPr/>
        </p:nvSpPr>
        <p:spPr>
          <a:xfrm>
            <a:off x="720360" y="3252600"/>
            <a:ext cx="5597640" cy="457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Find the bug...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" name="Google Shape;1485;p 6"/>
          <p:cNvGrpSpPr/>
          <p:nvPr/>
        </p:nvGrpSpPr>
        <p:grpSpPr>
          <a:xfrm>
            <a:off x="-374400" y="3354480"/>
            <a:ext cx="3922200" cy="2969640"/>
            <a:chOff x="-374400" y="3354480"/>
            <a:chExt cx="3922200" cy="2969640"/>
          </a:xfrm>
        </p:grpSpPr>
        <p:pic>
          <p:nvPicPr>
            <p:cNvPr id="881" name="Google Shape;1486;p 6"/>
            <p:cNvPicPr/>
            <p:nvPr/>
          </p:nvPicPr>
          <p:blipFill>
            <a:blip r:embed="rId1"/>
            <a:stretch/>
          </p:blipFill>
          <p:spPr>
            <a:xfrm>
              <a:off x="-374400" y="3354480"/>
              <a:ext cx="3890880" cy="29696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882" name="Google Shape;1487;p 6"/>
            <p:cNvGrpSpPr/>
            <p:nvPr/>
          </p:nvGrpSpPr>
          <p:grpSpPr>
            <a:xfrm>
              <a:off x="1853640" y="4445640"/>
              <a:ext cx="1694160" cy="1359720"/>
              <a:chOff x="1853640" y="4445640"/>
              <a:chExt cx="1694160" cy="1359720"/>
            </a:xfrm>
          </p:grpSpPr>
          <p:sp>
            <p:nvSpPr>
              <p:cNvPr id="883" name="Google Shape;1488;p 6"/>
              <p:cNvSpPr/>
              <p:nvPr/>
            </p:nvSpPr>
            <p:spPr>
              <a:xfrm>
                <a:off x="2287440" y="4713840"/>
                <a:ext cx="1260360" cy="1091520"/>
              </a:xfrm>
              <a:custGeom>
                <a:avLst/>
                <a:gdLst>
                  <a:gd name="textAreaLeft" fmla="*/ 0 w 1260360"/>
                  <a:gd name="textAreaRight" fmla="*/ 1260720 w 1260360"/>
                  <a:gd name="textAreaTop" fmla="*/ 0 h 1091520"/>
                  <a:gd name="textAreaBottom" fmla="*/ 1091880 h 10915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4" name="Google Shape;1489;p 6"/>
              <p:cNvSpPr/>
              <p:nvPr/>
            </p:nvSpPr>
            <p:spPr>
              <a:xfrm>
                <a:off x="2264040" y="4445640"/>
                <a:ext cx="900360" cy="779760"/>
              </a:xfrm>
              <a:custGeom>
                <a:avLst/>
                <a:gdLst>
                  <a:gd name="textAreaLeft" fmla="*/ 0 w 900360"/>
                  <a:gd name="textAreaRight" fmla="*/ 900720 w 900360"/>
                  <a:gd name="textAreaTop" fmla="*/ 0 h 779760"/>
                  <a:gd name="textAreaBottom" fmla="*/ 780120 h 779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5" name="Google Shape;1490;p 6"/>
              <p:cNvSpPr/>
              <p:nvPr/>
            </p:nvSpPr>
            <p:spPr>
              <a:xfrm>
                <a:off x="1853640" y="4713840"/>
                <a:ext cx="900360" cy="779760"/>
              </a:xfrm>
              <a:custGeom>
                <a:avLst/>
                <a:gdLst>
                  <a:gd name="textAreaLeft" fmla="*/ 0 w 900360"/>
                  <a:gd name="textAreaRight" fmla="*/ 900720 w 900360"/>
                  <a:gd name="textAreaTop" fmla="*/ 0 h 779760"/>
                  <a:gd name="textAreaBottom" fmla="*/ 780120 h 779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886" name="Google Shape;1492;p 6"/>
          <p:cNvGrpSpPr/>
          <p:nvPr/>
        </p:nvGrpSpPr>
        <p:grpSpPr>
          <a:xfrm>
            <a:off x="6487560" y="-1301040"/>
            <a:ext cx="4267800" cy="6665400"/>
            <a:chOff x="6487560" y="-1301040"/>
            <a:chExt cx="4267800" cy="6665400"/>
          </a:xfrm>
        </p:grpSpPr>
        <p:sp>
          <p:nvSpPr>
            <p:cNvPr id="887" name="Google Shape;1493;p 6"/>
            <p:cNvSpPr/>
            <p:nvPr/>
          </p:nvSpPr>
          <p:spPr>
            <a:xfrm>
              <a:off x="6727680" y="103320"/>
              <a:ext cx="4006080" cy="4748760"/>
            </a:xfrm>
            <a:custGeom>
              <a:avLst/>
              <a:gdLst>
                <a:gd name="textAreaLeft" fmla="*/ 0 w 4006080"/>
                <a:gd name="textAreaRight" fmla="*/ 4006440 w 4006080"/>
                <a:gd name="textAreaTop" fmla="*/ 0 h 4748760"/>
                <a:gd name="textAreaBottom" fmla="*/ 4749120 h 474876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8" name="Google Shape;1494;p 6"/>
            <p:cNvSpPr/>
            <p:nvPr/>
          </p:nvSpPr>
          <p:spPr>
            <a:xfrm>
              <a:off x="7070400" y="81360"/>
              <a:ext cx="2925000" cy="3057480"/>
            </a:xfrm>
            <a:custGeom>
              <a:avLst/>
              <a:gdLst>
                <a:gd name="textAreaLeft" fmla="*/ 0 w 2925000"/>
                <a:gd name="textAreaRight" fmla="*/ 292536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" name="Google Shape;1495;p 6"/>
            <p:cNvSpPr/>
            <p:nvPr/>
          </p:nvSpPr>
          <p:spPr>
            <a:xfrm>
              <a:off x="7602480" y="24552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0" name="Google Shape;1496;p 6"/>
            <p:cNvSpPr/>
            <p:nvPr/>
          </p:nvSpPr>
          <p:spPr>
            <a:xfrm>
              <a:off x="7235280" y="622440"/>
              <a:ext cx="1860120" cy="4595040"/>
            </a:xfrm>
            <a:custGeom>
              <a:avLst/>
              <a:gdLst>
                <a:gd name="textAreaLeft" fmla="*/ 0 w 1860120"/>
                <a:gd name="textAreaRight" fmla="*/ 1860480 w 1860120"/>
                <a:gd name="textAreaTop" fmla="*/ 0 h 4595040"/>
                <a:gd name="textAreaBottom" fmla="*/ 4595400 h 45950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1" name="Google Shape;1497;p 6"/>
            <p:cNvSpPr/>
            <p:nvPr/>
          </p:nvSpPr>
          <p:spPr>
            <a:xfrm>
              <a:off x="6933240" y="621360"/>
              <a:ext cx="1860120" cy="4595040"/>
            </a:xfrm>
            <a:custGeom>
              <a:avLst/>
              <a:gdLst>
                <a:gd name="textAreaLeft" fmla="*/ 0 w 1860120"/>
                <a:gd name="textAreaRight" fmla="*/ 1860480 w 1860120"/>
                <a:gd name="textAreaTop" fmla="*/ 0 h 4595040"/>
                <a:gd name="textAreaBottom" fmla="*/ 4595400 h 45950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92" name="Google Shape;1498;p 6"/>
            <p:cNvPicPr/>
            <p:nvPr/>
          </p:nvPicPr>
          <p:blipFill>
            <a:blip r:embed="rId2"/>
            <a:stretch/>
          </p:blipFill>
          <p:spPr>
            <a:xfrm>
              <a:off x="6487560" y="-1301040"/>
              <a:ext cx="4198320" cy="32040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893" name="Google Shape;1499;p 6"/>
            <p:cNvGrpSpPr/>
            <p:nvPr/>
          </p:nvGrpSpPr>
          <p:grpSpPr>
            <a:xfrm>
              <a:off x="8232840" y="4254480"/>
              <a:ext cx="708120" cy="707760"/>
              <a:chOff x="8232840" y="4254480"/>
              <a:chExt cx="708120" cy="707760"/>
            </a:xfrm>
          </p:grpSpPr>
          <p:sp>
            <p:nvSpPr>
              <p:cNvPr id="894" name="Google Shape;1500;p 6"/>
              <p:cNvSpPr/>
              <p:nvPr/>
            </p:nvSpPr>
            <p:spPr>
              <a:xfrm rot="5400000">
                <a:off x="8691480" y="425448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5" name="Google Shape;1501;p 6"/>
              <p:cNvSpPr/>
              <p:nvPr/>
            </p:nvSpPr>
            <p:spPr>
              <a:xfrm rot="5400000">
                <a:off x="8615160" y="433080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6" name="Google Shape;1502;p 6"/>
              <p:cNvSpPr/>
              <p:nvPr/>
            </p:nvSpPr>
            <p:spPr>
              <a:xfrm rot="5400000">
                <a:off x="8538840" y="440712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7" name="Google Shape;1503;p 6"/>
              <p:cNvSpPr/>
              <p:nvPr/>
            </p:nvSpPr>
            <p:spPr>
              <a:xfrm rot="5400000">
                <a:off x="8462160" y="4483440"/>
                <a:ext cx="249480" cy="24912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8" name="Google Shape;1504;p 6"/>
              <p:cNvSpPr/>
              <p:nvPr/>
            </p:nvSpPr>
            <p:spPr>
              <a:xfrm rot="5400000">
                <a:off x="8385840" y="456012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9" name="Google Shape;1505;p 6"/>
              <p:cNvSpPr/>
              <p:nvPr/>
            </p:nvSpPr>
            <p:spPr>
              <a:xfrm rot="5400000">
                <a:off x="8309520" y="463680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480 w 249120"/>
                  <a:gd name="textAreaTop" fmla="*/ 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0" name="Google Shape;1506;p 6"/>
              <p:cNvSpPr/>
              <p:nvPr/>
            </p:nvSpPr>
            <p:spPr>
              <a:xfrm rot="5400000">
                <a:off x="8232840" y="471276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01" name="Google Shape;1507;p 6"/>
            <p:cNvGrpSpPr/>
            <p:nvPr/>
          </p:nvGrpSpPr>
          <p:grpSpPr>
            <a:xfrm>
              <a:off x="8999280" y="3354480"/>
              <a:ext cx="457920" cy="457200"/>
              <a:chOff x="8999280" y="3354480"/>
              <a:chExt cx="457920" cy="457200"/>
            </a:xfrm>
          </p:grpSpPr>
          <p:sp>
            <p:nvSpPr>
              <p:cNvPr id="902" name="Google Shape;1508;p 6"/>
              <p:cNvSpPr/>
              <p:nvPr/>
            </p:nvSpPr>
            <p:spPr>
              <a:xfrm rot="5400000">
                <a:off x="9295920" y="335448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3" name="Google Shape;1509;p 6"/>
              <p:cNvSpPr/>
              <p:nvPr/>
            </p:nvSpPr>
            <p:spPr>
              <a:xfrm rot="5400000">
                <a:off x="9246600" y="340344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4" name="Google Shape;1510;p 6"/>
              <p:cNvSpPr/>
              <p:nvPr/>
            </p:nvSpPr>
            <p:spPr>
              <a:xfrm rot="5400000">
                <a:off x="9197280" y="345312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5" name="Google Shape;1511;p 6"/>
              <p:cNvSpPr/>
              <p:nvPr/>
            </p:nvSpPr>
            <p:spPr>
              <a:xfrm rot="5400000">
                <a:off x="9147600" y="3502440"/>
                <a:ext cx="161280" cy="16092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0920"/>
                  <a:gd name="textAreaBottom" fmla="*/ 161280 h 16092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6" name="Google Shape;1512;p 6"/>
              <p:cNvSpPr/>
              <p:nvPr/>
            </p:nvSpPr>
            <p:spPr>
              <a:xfrm rot="5400000">
                <a:off x="9098280" y="355176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7" name="Google Shape;1513;p 6"/>
              <p:cNvSpPr/>
              <p:nvPr/>
            </p:nvSpPr>
            <p:spPr>
              <a:xfrm rot="5400000">
                <a:off x="9048960" y="360144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280 w 160920"/>
                  <a:gd name="textAreaTop" fmla="*/ 0 h 160920"/>
                  <a:gd name="textAreaBottom" fmla="*/ 161280 h 16092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8" name="Google Shape;1514;p 6"/>
              <p:cNvSpPr/>
              <p:nvPr/>
            </p:nvSpPr>
            <p:spPr>
              <a:xfrm rot="5400000">
                <a:off x="8999280" y="365040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09" name="Google Shape;1515;p 6"/>
            <p:cNvGrpSpPr/>
            <p:nvPr/>
          </p:nvGrpSpPr>
          <p:grpSpPr>
            <a:xfrm>
              <a:off x="8146800" y="539640"/>
              <a:ext cx="207720" cy="207720"/>
              <a:chOff x="8146800" y="539640"/>
              <a:chExt cx="207720" cy="207720"/>
            </a:xfrm>
          </p:grpSpPr>
          <p:sp>
            <p:nvSpPr>
              <p:cNvPr id="910" name="Google Shape;1516;p 6"/>
              <p:cNvSpPr/>
              <p:nvPr/>
            </p:nvSpPr>
            <p:spPr>
              <a:xfrm>
                <a:off x="8146800" y="539640"/>
                <a:ext cx="207720" cy="20772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3440" bIns="73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1" name="Google Shape;1517;p 6"/>
              <p:cNvSpPr/>
              <p:nvPr/>
            </p:nvSpPr>
            <p:spPr>
              <a:xfrm>
                <a:off x="8175960" y="568800"/>
                <a:ext cx="149040" cy="14904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920" bIns="5292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12" name="Google Shape;1518;p 6"/>
            <p:cNvGrpSpPr/>
            <p:nvPr/>
          </p:nvGrpSpPr>
          <p:grpSpPr>
            <a:xfrm>
              <a:off x="7554240" y="2467800"/>
              <a:ext cx="207720" cy="207720"/>
              <a:chOff x="7554240" y="2467800"/>
              <a:chExt cx="207720" cy="207720"/>
            </a:xfrm>
          </p:grpSpPr>
          <p:sp>
            <p:nvSpPr>
              <p:cNvPr id="913" name="Google Shape;1519;p 6"/>
              <p:cNvSpPr/>
              <p:nvPr/>
            </p:nvSpPr>
            <p:spPr>
              <a:xfrm>
                <a:off x="7554240" y="2467800"/>
                <a:ext cx="207720" cy="20772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3440" bIns="73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4" name="Google Shape;1520;p 6"/>
              <p:cNvSpPr/>
              <p:nvPr/>
            </p:nvSpPr>
            <p:spPr>
              <a:xfrm>
                <a:off x="7583760" y="2496960"/>
                <a:ext cx="149040" cy="14904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920" bIns="5292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15" name="Google Shape;1521;p 6"/>
            <p:cNvSpPr/>
            <p:nvPr/>
          </p:nvSpPr>
          <p:spPr>
            <a:xfrm>
              <a:off x="7454520" y="4164120"/>
              <a:ext cx="147600" cy="147600"/>
            </a:xfrm>
            <a:prstGeom prst="ellipse">
              <a:avLst/>
            </a:pr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2200" bIns="5220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916" name=""/>
          <p:cNvPicPr/>
          <p:nvPr/>
        </p:nvPicPr>
        <p:blipFill>
          <a:blip r:embed="rId3"/>
          <a:stretch/>
        </p:blipFill>
        <p:spPr>
          <a:xfrm>
            <a:off x="1262880" y="720"/>
            <a:ext cx="662328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7" name="Google Shape;1485;p 7"/>
          <p:cNvGrpSpPr/>
          <p:nvPr/>
        </p:nvGrpSpPr>
        <p:grpSpPr>
          <a:xfrm>
            <a:off x="-374400" y="3354480"/>
            <a:ext cx="3922200" cy="2969640"/>
            <a:chOff x="-374400" y="3354480"/>
            <a:chExt cx="3922200" cy="2969640"/>
          </a:xfrm>
        </p:grpSpPr>
        <p:pic>
          <p:nvPicPr>
            <p:cNvPr id="918" name="Google Shape;1486;p 7"/>
            <p:cNvPicPr/>
            <p:nvPr/>
          </p:nvPicPr>
          <p:blipFill>
            <a:blip r:embed="rId1"/>
            <a:stretch/>
          </p:blipFill>
          <p:spPr>
            <a:xfrm>
              <a:off x="-374400" y="3354480"/>
              <a:ext cx="3890880" cy="29696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919" name="Google Shape;1487;p 7"/>
            <p:cNvGrpSpPr/>
            <p:nvPr/>
          </p:nvGrpSpPr>
          <p:grpSpPr>
            <a:xfrm>
              <a:off x="1853640" y="4445640"/>
              <a:ext cx="1694160" cy="1359720"/>
              <a:chOff x="1853640" y="4445640"/>
              <a:chExt cx="1694160" cy="1359720"/>
            </a:xfrm>
          </p:grpSpPr>
          <p:sp>
            <p:nvSpPr>
              <p:cNvPr id="920" name="Google Shape;1488;p 7"/>
              <p:cNvSpPr/>
              <p:nvPr/>
            </p:nvSpPr>
            <p:spPr>
              <a:xfrm>
                <a:off x="2287440" y="4713840"/>
                <a:ext cx="1260360" cy="1091520"/>
              </a:xfrm>
              <a:custGeom>
                <a:avLst/>
                <a:gdLst>
                  <a:gd name="textAreaLeft" fmla="*/ 0 w 1260360"/>
                  <a:gd name="textAreaRight" fmla="*/ 1260720 w 1260360"/>
                  <a:gd name="textAreaTop" fmla="*/ 0 h 1091520"/>
                  <a:gd name="textAreaBottom" fmla="*/ 1091880 h 10915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1" name="Google Shape;1489;p 7"/>
              <p:cNvSpPr/>
              <p:nvPr/>
            </p:nvSpPr>
            <p:spPr>
              <a:xfrm>
                <a:off x="2264040" y="4445640"/>
                <a:ext cx="900360" cy="779760"/>
              </a:xfrm>
              <a:custGeom>
                <a:avLst/>
                <a:gdLst>
                  <a:gd name="textAreaLeft" fmla="*/ 0 w 900360"/>
                  <a:gd name="textAreaRight" fmla="*/ 900720 w 900360"/>
                  <a:gd name="textAreaTop" fmla="*/ 0 h 779760"/>
                  <a:gd name="textAreaBottom" fmla="*/ 780120 h 779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2" name="Google Shape;1490;p 7"/>
              <p:cNvSpPr/>
              <p:nvPr/>
            </p:nvSpPr>
            <p:spPr>
              <a:xfrm>
                <a:off x="1853640" y="4713840"/>
                <a:ext cx="900360" cy="779760"/>
              </a:xfrm>
              <a:custGeom>
                <a:avLst/>
                <a:gdLst>
                  <a:gd name="textAreaLeft" fmla="*/ 0 w 900360"/>
                  <a:gd name="textAreaRight" fmla="*/ 900720 w 900360"/>
                  <a:gd name="textAreaTop" fmla="*/ 0 h 779760"/>
                  <a:gd name="textAreaBottom" fmla="*/ 780120 h 779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923" name="Google Shape;1492;p 7"/>
          <p:cNvGrpSpPr/>
          <p:nvPr/>
        </p:nvGrpSpPr>
        <p:grpSpPr>
          <a:xfrm>
            <a:off x="6487560" y="-1301040"/>
            <a:ext cx="4267800" cy="6665400"/>
            <a:chOff x="6487560" y="-1301040"/>
            <a:chExt cx="4267800" cy="6665400"/>
          </a:xfrm>
        </p:grpSpPr>
        <p:sp>
          <p:nvSpPr>
            <p:cNvPr id="924" name="Google Shape;1493;p 7"/>
            <p:cNvSpPr/>
            <p:nvPr/>
          </p:nvSpPr>
          <p:spPr>
            <a:xfrm>
              <a:off x="6727680" y="103320"/>
              <a:ext cx="4006080" cy="4748760"/>
            </a:xfrm>
            <a:custGeom>
              <a:avLst/>
              <a:gdLst>
                <a:gd name="textAreaLeft" fmla="*/ 0 w 4006080"/>
                <a:gd name="textAreaRight" fmla="*/ 4006440 w 4006080"/>
                <a:gd name="textAreaTop" fmla="*/ 0 h 4748760"/>
                <a:gd name="textAreaBottom" fmla="*/ 4749120 h 474876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5" name="Google Shape;1494;p 7"/>
            <p:cNvSpPr/>
            <p:nvPr/>
          </p:nvSpPr>
          <p:spPr>
            <a:xfrm>
              <a:off x="7070400" y="81360"/>
              <a:ext cx="2925000" cy="3057480"/>
            </a:xfrm>
            <a:custGeom>
              <a:avLst/>
              <a:gdLst>
                <a:gd name="textAreaLeft" fmla="*/ 0 w 2925000"/>
                <a:gd name="textAreaRight" fmla="*/ 292536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6" name="Google Shape;1495;p 7"/>
            <p:cNvSpPr/>
            <p:nvPr/>
          </p:nvSpPr>
          <p:spPr>
            <a:xfrm>
              <a:off x="7602480" y="24552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7" name="Google Shape;1496;p 7"/>
            <p:cNvSpPr/>
            <p:nvPr/>
          </p:nvSpPr>
          <p:spPr>
            <a:xfrm>
              <a:off x="7235280" y="622440"/>
              <a:ext cx="1860120" cy="4595040"/>
            </a:xfrm>
            <a:custGeom>
              <a:avLst/>
              <a:gdLst>
                <a:gd name="textAreaLeft" fmla="*/ 0 w 1860120"/>
                <a:gd name="textAreaRight" fmla="*/ 1860480 w 1860120"/>
                <a:gd name="textAreaTop" fmla="*/ 0 h 4595040"/>
                <a:gd name="textAreaBottom" fmla="*/ 4595400 h 45950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8" name="Google Shape;1497;p 7"/>
            <p:cNvSpPr/>
            <p:nvPr/>
          </p:nvSpPr>
          <p:spPr>
            <a:xfrm>
              <a:off x="6933240" y="621360"/>
              <a:ext cx="1860120" cy="4595040"/>
            </a:xfrm>
            <a:custGeom>
              <a:avLst/>
              <a:gdLst>
                <a:gd name="textAreaLeft" fmla="*/ 0 w 1860120"/>
                <a:gd name="textAreaRight" fmla="*/ 1860480 w 1860120"/>
                <a:gd name="textAreaTop" fmla="*/ 0 h 4595040"/>
                <a:gd name="textAreaBottom" fmla="*/ 4595400 h 45950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929" name="Google Shape;1498;p 7"/>
            <p:cNvPicPr/>
            <p:nvPr/>
          </p:nvPicPr>
          <p:blipFill>
            <a:blip r:embed="rId2"/>
            <a:stretch/>
          </p:blipFill>
          <p:spPr>
            <a:xfrm>
              <a:off x="6487560" y="-1301040"/>
              <a:ext cx="4198320" cy="32040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930" name="Google Shape;1499;p 7"/>
            <p:cNvGrpSpPr/>
            <p:nvPr/>
          </p:nvGrpSpPr>
          <p:grpSpPr>
            <a:xfrm>
              <a:off x="8232840" y="4254480"/>
              <a:ext cx="708120" cy="707760"/>
              <a:chOff x="8232840" y="4254480"/>
              <a:chExt cx="708120" cy="707760"/>
            </a:xfrm>
          </p:grpSpPr>
          <p:sp>
            <p:nvSpPr>
              <p:cNvPr id="931" name="Google Shape;1500;p 7"/>
              <p:cNvSpPr/>
              <p:nvPr/>
            </p:nvSpPr>
            <p:spPr>
              <a:xfrm rot="5400000">
                <a:off x="8691480" y="425448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2" name="Google Shape;1501;p 7"/>
              <p:cNvSpPr/>
              <p:nvPr/>
            </p:nvSpPr>
            <p:spPr>
              <a:xfrm rot="5400000">
                <a:off x="8615160" y="433080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3" name="Google Shape;1502;p 7"/>
              <p:cNvSpPr/>
              <p:nvPr/>
            </p:nvSpPr>
            <p:spPr>
              <a:xfrm rot="5400000">
                <a:off x="8538840" y="440712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4" name="Google Shape;1503;p 7"/>
              <p:cNvSpPr/>
              <p:nvPr/>
            </p:nvSpPr>
            <p:spPr>
              <a:xfrm rot="5400000">
                <a:off x="8462160" y="4483440"/>
                <a:ext cx="249480" cy="24912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5" name="Google Shape;1504;p 7"/>
              <p:cNvSpPr/>
              <p:nvPr/>
            </p:nvSpPr>
            <p:spPr>
              <a:xfrm rot="5400000">
                <a:off x="8385840" y="456012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6" name="Google Shape;1505;p 7"/>
              <p:cNvSpPr/>
              <p:nvPr/>
            </p:nvSpPr>
            <p:spPr>
              <a:xfrm rot="5400000">
                <a:off x="8309520" y="463680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480 w 249120"/>
                  <a:gd name="textAreaTop" fmla="*/ 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7" name="Google Shape;1506;p 7"/>
              <p:cNvSpPr/>
              <p:nvPr/>
            </p:nvSpPr>
            <p:spPr>
              <a:xfrm rot="5400000">
                <a:off x="8232840" y="471276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38" name="Google Shape;1507;p 7"/>
            <p:cNvGrpSpPr/>
            <p:nvPr/>
          </p:nvGrpSpPr>
          <p:grpSpPr>
            <a:xfrm>
              <a:off x="8999280" y="3354480"/>
              <a:ext cx="457920" cy="457200"/>
              <a:chOff x="8999280" y="3354480"/>
              <a:chExt cx="457920" cy="457200"/>
            </a:xfrm>
          </p:grpSpPr>
          <p:sp>
            <p:nvSpPr>
              <p:cNvPr id="939" name="Google Shape;1508;p 7"/>
              <p:cNvSpPr/>
              <p:nvPr/>
            </p:nvSpPr>
            <p:spPr>
              <a:xfrm rot="5400000">
                <a:off x="9295920" y="335448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0" name="Google Shape;1509;p 7"/>
              <p:cNvSpPr/>
              <p:nvPr/>
            </p:nvSpPr>
            <p:spPr>
              <a:xfrm rot="5400000">
                <a:off x="9246600" y="340344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1" name="Google Shape;1510;p 7"/>
              <p:cNvSpPr/>
              <p:nvPr/>
            </p:nvSpPr>
            <p:spPr>
              <a:xfrm rot="5400000">
                <a:off x="9197280" y="345312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2" name="Google Shape;1511;p 7"/>
              <p:cNvSpPr/>
              <p:nvPr/>
            </p:nvSpPr>
            <p:spPr>
              <a:xfrm rot="5400000">
                <a:off x="9147600" y="3502440"/>
                <a:ext cx="161280" cy="16092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0920"/>
                  <a:gd name="textAreaBottom" fmla="*/ 161280 h 16092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3" name="Google Shape;1512;p 7"/>
              <p:cNvSpPr/>
              <p:nvPr/>
            </p:nvSpPr>
            <p:spPr>
              <a:xfrm rot="5400000">
                <a:off x="9098280" y="355176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4" name="Google Shape;1513;p 7"/>
              <p:cNvSpPr/>
              <p:nvPr/>
            </p:nvSpPr>
            <p:spPr>
              <a:xfrm rot="5400000">
                <a:off x="9048960" y="360144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280 w 160920"/>
                  <a:gd name="textAreaTop" fmla="*/ 0 h 160920"/>
                  <a:gd name="textAreaBottom" fmla="*/ 161280 h 16092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5" name="Google Shape;1514;p 7"/>
              <p:cNvSpPr/>
              <p:nvPr/>
            </p:nvSpPr>
            <p:spPr>
              <a:xfrm rot="5400000">
                <a:off x="8999280" y="365040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46" name="Google Shape;1515;p 7"/>
            <p:cNvGrpSpPr/>
            <p:nvPr/>
          </p:nvGrpSpPr>
          <p:grpSpPr>
            <a:xfrm>
              <a:off x="8146800" y="539640"/>
              <a:ext cx="207720" cy="207720"/>
              <a:chOff x="8146800" y="539640"/>
              <a:chExt cx="207720" cy="207720"/>
            </a:xfrm>
          </p:grpSpPr>
          <p:sp>
            <p:nvSpPr>
              <p:cNvPr id="947" name="Google Shape;1516;p 7"/>
              <p:cNvSpPr/>
              <p:nvPr/>
            </p:nvSpPr>
            <p:spPr>
              <a:xfrm>
                <a:off x="8146800" y="539640"/>
                <a:ext cx="207720" cy="20772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3440" bIns="73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8" name="Google Shape;1517;p 7"/>
              <p:cNvSpPr/>
              <p:nvPr/>
            </p:nvSpPr>
            <p:spPr>
              <a:xfrm>
                <a:off x="8175960" y="568800"/>
                <a:ext cx="149040" cy="14904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920" bIns="5292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49" name="Google Shape;1518;p 7"/>
            <p:cNvGrpSpPr/>
            <p:nvPr/>
          </p:nvGrpSpPr>
          <p:grpSpPr>
            <a:xfrm>
              <a:off x="7554240" y="2467800"/>
              <a:ext cx="207720" cy="207720"/>
              <a:chOff x="7554240" y="2467800"/>
              <a:chExt cx="207720" cy="207720"/>
            </a:xfrm>
          </p:grpSpPr>
          <p:sp>
            <p:nvSpPr>
              <p:cNvPr id="950" name="Google Shape;1519;p 7"/>
              <p:cNvSpPr/>
              <p:nvPr/>
            </p:nvSpPr>
            <p:spPr>
              <a:xfrm>
                <a:off x="7554240" y="2467800"/>
                <a:ext cx="207720" cy="20772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3440" bIns="73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1" name="Google Shape;1520;p 7"/>
              <p:cNvSpPr/>
              <p:nvPr/>
            </p:nvSpPr>
            <p:spPr>
              <a:xfrm>
                <a:off x="7583760" y="2496960"/>
                <a:ext cx="149040" cy="14904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920" bIns="5292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2" name="Google Shape;1521;p 7"/>
            <p:cNvSpPr/>
            <p:nvPr/>
          </p:nvSpPr>
          <p:spPr>
            <a:xfrm>
              <a:off x="7454520" y="4164120"/>
              <a:ext cx="147600" cy="147600"/>
            </a:xfrm>
            <a:prstGeom prst="ellipse">
              <a:avLst/>
            </a:pr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2200" bIns="5220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953" name=""/>
          <p:cNvPicPr/>
          <p:nvPr/>
        </p:nvPicPr>
        <p:blipFill>
          <a:blip r:embed="rId3"/>
          <a:stretch/>
        </p:blipFill>
        <p:spPr>
          <a:xfrm>
            <a:off x="1792800" y="720"/>
            <a:ext cx="556308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4" name="Google Shape;1485;p 8"/>
          <p:cNvGrpSpPr/>
          <p:nvPr/>
        </p:nvGrpSpPr>
        <p:grpSpPr>
          <a:xfrm>
            <a:off x="-374400" y="3354480"/>
            <a:ext cx="3922200" cy="2969640"/>
            <a:chOff x="-374400" y="3354480"/>
            <a:chExt cx="3922200" cy="2969640"/>
          </a:xfrm>
        </p:grpSpPr>
        <p:pic>
          <p:nvPicPr>
            <p:cNvPr id="955" name="Google Shape;1486;p 8"/>
            <p:cNvPicPr/>
            <p:nvPr/>
          </p:nvPicPr>
          <p:blipFill>
            <a:blip r:embed="rId1"/>
            <a:stretch/>
          </p:blipFill>
          <p:spPr>
            <a:xfrm>
              <a:off x="-374400" y="3354480"/>
              <a:ext cx="3890880" cy="29696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956" name="Google Shape;1487;p 8"/>
            <p:cNvGrpSpPr/>
            <p:nvPr/>
          </p:nvGrpSpPr>
          <p:grpSpPr>
            <a:xfrm>
              <a:off x="1853640" y="4445640"/>
              <a:ext cx="1694160" cy="1359720"/>
              <a:chOff x="1853640" y="4445640"/>
              <a:chExt cx="1694160" cy="1359720"/>
            </a:xfrm>
          </p:grpSpPr>
          <p:sp>
            <p:nvSpPr>
              <p:cNvPr id="957" name="Google Shape;1488;p 8"/>
              <p:cNvSpPr/>
              <p:nvPr/>
            </p:nvSpPr>
            <p:spPr>
              <a:xfrm>
                <a:off x="2287440" y="4713840"/>
                <a:ext cx="1260360" cy="1091520"/>
              </a:xfrm>
              <a:custGeom>
                <a:avLst/>
                <a:gdLst>
                  <a:gd name="textAreaLeft" fmla="*/ 0 w 1260360"/>
                  <a:gd name="textAreaRight" fmla="*/ 1260720 w 1260360"/>
                  <a:gd name="textAreaTop" fmla="*/ 0 h 1091520"/>
                  <a:gd name="textAreaBottom" fmla="*/ 1091880 h 10915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8" name="Google Shape;1489;p 8"/>
              <p:cNvSpPr/>
              <p:nvPr/>
            </p:nvSpPr>
            <p:spPr>
              <a:xfrm>
                <a:off x="2264040" y="4445640"/>
                <a:ext cx="900360" cy="779760"/>
              </a:xfrm>
              <a:custGeom>
                <a:avLst/>
                <a:gdLst>
                  <a:gd name="textAreaLeft" fmla="*/ 0 w 900360"/>
                  <a:gd name="textAreaRight" fmla="*/ 900720 w 900360"/>
                  <a:gd name="textAreaTop" fmla="*/ 0 h 779760"/>
                  <a:gd name="textAreaBottom" fmla="*/ 780120 h 779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9" name="Google Shape;1490;p 8"/>
              <p:cNvSpPr/>
              <p:nvPr/>
            </p:nvSpPr>
            <p:spPr>
              <a:xfrm>
                <a:off x="1853640" y="4713840"/>
                <a:ext cx="900360" cy="779760"/>
              </a:xfrm>
              <a:custGeom>
                <a:avLst/>
                <a:gdLst>
                  <a:gd name="textAreaLeft" fmla="*/ 0 w 900360"/>
                  <a:gd name="textAreaRight" fmla="*/ 900720 w 900360"/>
                  <a:gd name="textAreaTop" fmla="*/ 0 h 779760"/>
                  <a:gd name="textAreaBottom" fmla="*/ 780120 h 779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960" name="Google Shape;1492;p 8"/>
          <p:cNvGrpSpPr/>
          <p:nvPr/>
        </p:nvGrpSpPr>
        <p:grpSpPr>
          <a:xfrm>
            <a:off x="6487560" y="-1301040"/>
            <a:ext cx="4267800" cy="6665400"/>
            <a:chOff x="6487560" y="-1301040"/>
            <a:chExt cx="4267800" cy="6665400"/>
          </a:xfrm>
        </p:grpSpPr>
        <p:sp>
          <p:nvSpPr>
            <p:cNvPr id="961" name="Google Shape;1493;p 8"/>
            <p:cNvSpPr/>
            <p:nvPr/>
          </p:nvSpPr>
          <p:spPr>
            <a:xfrm>
              <a:off x="6727680" y="103320"/>
              <a:ext cx="4006080" cy="4748760"/>
            </a:xfrm>
            <a:custGeom>
              <a:avLst/>
              <a:gdLst>
                <a:gd name="textAreaLeft" fmla="*/ 0 w 4006080"/>
                <a:gd name="textAreaRight" fmla="*/ 4006440 w 4006080"/>
                <a:gd name="textAreaTop" fmla="*/ 0 h 4748760"/>
                <a:gd name="textAreaBottom" fmla="*/ 4749120 h 474876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2" name="Google Shape;1494;p 8"/>
            <p:cNvSpPr/>
            <p:nvPr/>
          </p:nvSpPr>
          <p:spPr>
            <a:xfrm>
              <a:off x="7070400" y="81360"/>
              <a:ext cx="2925000" cy="3057480"/>
            </a:xfrm>
            <a:custGeom>
              <a:avLst/>
              <a:gdLst>
                <a:gd name="textAreaLeft" fmla="*/ 0 w 2925000"/>
                <a:gd name="textAreaRight" fmla="*/ 292536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3" name="Google Shape;1495;p 8"/>
            <p:cNvSpPr/>
            <p:nvPr/>
          </p:nvSpPr>
          <p:spPr>
            <a:xfrm>
              <a:off x="7602480" y="24552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4" name="Google Shape;1496;p 8"/>
            <p:cNvSpPr/>
            <p:nvPr/>
          </p:nvSpPr>
          <p:spPr>
            <a:xfrm>
              <a:off x="7235280" y="622440"/>
              <a:ext cx="1860120" cy="4595040"/>
            </a:xfrm>
            <a:custGeom>
              <a:avLst/>
              <a:gdLst>
                <a:gd name="textAreaLeft" fmla="*/ 0 w 1860120"/>
                <a:gd name="textAreaRight" fmla="*/ 1860480 w 1860120"/>
                <a:gd name="textAreaTop" fmla="*/ 0 h 4595040"/>
                <a:gd name="textAreaBottom" fmla="*/ 4595400 h 45950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5" name="Google Shape;1497;p 8"/>
            <p:cNvSpPr/>
            <p:nvPr/>
          </p:nvSpPr>
          <p:spPr>
            <a:xfrm>
              <a:off x="6933240" y="621360"/>
              <a:ext cx="1860120" cy="4595040"/>
            </a:xfrm>
            <a:custGeom>
              <a:avLst/>
              <a:gdLst>
                <a:gd name="textAreaLeft" fmla="*/ 0 w 1860120"/>
                <a:gd name="textAreaRight" fmla="*/ 1860480 w 1860120"/>
                <a:gd name="textAreaTop" fmla="*/ 0 h 4595040"/>
                <a:gd name="textAreaBottom" fmla="*/ 4595400 h 45950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966" name="Google Shape;1498;p 8"/>
            <p:cNvPicPr/>
            <p:nvPr/>
          </p:nvPicPr>
          <p:blipFill>
            <a:blip r:embed="rId2"/>
            <a:stretch/>
          </p:blipFill>
          <p:spPr>
            <a:xfrm>
              <a:off x="6487560" y="-1301040"/>
              <a:ext cx="4198320" cy="32040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967" name="Google Shape;1499;p 8"/>
            <p:cNvGrpSpPr/>
            <p:nvPr/>
          </p:nvGrpSpPr>
          <p:grpSpPr>
            <a:xfrm>
              <a:off x="8232840" y="4254480"/>
              <a:ext cx="708120" cy="707760"/>
              <a:chOff x="8232840" y="4254480"/>
              <a:chExt cx="708120" cy="707760"/>
            </a:xfrm>
          </p:grpSpPr>
          <p:sp>
            <p:nvSpPr>
              <p:cNvPr id="968" name="Google Shape;1500;p 8"/>
              <p:cNvSpPr/>
              <p:nvPr/>
            </p:nvSpPr>
            <p:spPr>
              <a:xfrm rot="5400000">
                <a:off x="8691480" y="425448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9" name="Google Shape;1501;p 8"/>
              <p:cNvSpPr/>
              <p:nvPr/>
            </p:nvSpPr>
            <p:spPr>
              <a:xfrm rot="5400000">
                <a:off x="8615160" y="433080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0" name="Google Shape;1502;p 8"/>
              <p:cNvSpPr/>
              <p:nvPr/>
            </p:nvSpPr>
            <p:spPr>
              <a:xfrm rot="5400000">
                <a:off x="8538840" y="440712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1" name="Google Shape;1503;p 8"/>
              <p:cNvSpPr/>
              <p:nvPr/>
            </p:nvSpPr>
            <p:spPr>
              <a:xfrm rot="5400000">
                <a:off x="8462160" y="4483440"/>
                <a:ext cx="249480" cy="24912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2" name="Google Shape;1504;p 8"/>
              <p:cNvSpPr/>
              <p:nvPr/>
            </p:nvSpPr>
            <p:spPr>
              <a:xfrm rot="5400000">
                <a:off x="8385840" y="456012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3" name="Google Shape;1505;p 8"/>
              <p:cNvSpPr/>
              <p:nvPr/>
            </p:nvSpPr>
            <p:spPr>
              <a:xfrm rot="5400000">
                <a:off x="8309520" y="463680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480 w 249120"/>
                  <a:gd name="textAreaTop" fmla="*/ 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4" name="Google Shape;1506;p 8"/>
              <p:cNvSpPr/>
              <p:nvPr/>
            </p:nvSpPr>
            <p:spPr>
              <a:xfrm rot="5400000">
                <a:off x="8232840" y="471276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75" name="Google Shape;1507;p 8"/>
            <p:cNvGrpSpPr/>
            <p:nvPr/>
          </p:nvGrpSpPr>
          <p:grpSpPr>
            <a:xfrm>
              <a:off x="8999280" y="3354480"/>
              <a:ext cx="457920" cy="457200"/>
              <a:chOff x="8999280" y="3354480"/>
              <a:chExt cx="457920" cy="457200"/>
            </a:xfrm>
          </p:grpSpPr>
          <p:sp>
            <p:nvSpPr>
              <p:cNvPr id="976" name="Google Shape;1508;p 8"/>
              <p:cNvSpPr/>
              <p:nvPr/>
            </p:nvSpPr>
            <p:spPr>
              <a:xfrm rot="5400000">
                <a:off x="9295920" y="335448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7" name="Google Shape;1509;p 8"/>
              <p:cNvSpPr/>
              <p:nvPr/>
            </p:nvSpPr>
            <p:spPr>
              <a:xfrm rot="5400000">
                <a:off x="9246600" y="340344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8" name="Google Shape;1510;p 8"/>
              <p:cNvSpPr/>
              <p:nvPr/>
            </p:nvSpPr>
            <p:spPr>
              <a:xfrm rot="5400000">
                <a:off x="9197280" y="345312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9" name="Google Shape;1511;p 8"/>
              <p:cNvSpPr/>
              <p:nvPr/>
            </p:nvSpPr>
            <p:spPr>
              <a:xfrm rot="5400000">
                <a:off x="9147600" y="3502440"/>
                <a:ext cx="161280" cy="16092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0920"/>
                  <a:gd name="textAreaBottom" fmla="*/ 161280 h 16092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0" name="Google Shape;1512;p 8"/>
              <p:cNvSpPr/>
              <p:nvPr/>
            </p:nvSpPr>
            <p:spPr>
              <a:xfrm rot="5400000">
                <a:off x="9098280" y="355176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1" name="Google Shape;1513;p 8"/>
              <p:cNvSpPr/>
              <p:nvPr/>
            </p:nvSpPr>
            <p:spPr>
              <a:xfrm rot="5400000">
                <a:off x="9048960" y="360144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280 w 160920"/>
                  <a:gd name="textAreaTop" fmla="*/ 0 h 160920"/>
                  <a:gd name="textAreaBottom" fmla="*/ 161280 h 16092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2" name="Google Shape;1514;p 8"/>
              <p:cNvSpPr/>
              <p:nvPr/>
            </p:nvSpPr>
            <p:spPr>
              <a:xfrm rot="5400000">
                <a:off x="8999280" y="365040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83" name="Google Shape;1515;p 8"/>
            <p:cNvGrpSpPr/>
            <p:nvPr/>
          </p:nvGrpSpPr>
          <p:grpSpPr>
            <a:xfrm>
              <a:off x="8146800" y="539640"/>
              <a:ext cx="207720" cy="207720"/>
              <a:chOff x="8146800" y="539640"/>
              <a:chExt cx="207720" cy="207720"/>
            </a:xfrm>
          </p:grpSpPr>
          <p:sp>
            <p:nvSpPr>
              <p:cNvPr id="984" name="Google Shape;1516;p 8"/>
              <p:cNvSpPr/>
              <p:nvPr/>
            </p:nvSpPr>
            <p:spPr>
              <a:xfrm>
                <a:off x="8146800" y="539640"/>
                <a:ext cx="207720" cy="20772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3440" bIns="73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5" name="Google Shape;1517;p 8"/>
              <p:cNvSpPr/>
              <p:nvPr/>
            </p:nvSpPr>
            <p:spPr>
              <a:xfrm>
                <a:off x="8175960" y="568800"/>
                <a:ext cx="149040" cy="14904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920" bIns="5292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86" name="Google Shape;1518;p 8"/>
            <p:cNvGrpSpPr/>
            <p:nvPr/>
          </p:nvGrpSpPr>
          <p:grpSpPr>
            <a:xfrm>
              <a:off x="7554240" y="2467800"/>
              <a:ext cx="207720" cy="207720"/>
              <a:chOff x="7554240" y="2467800"/>
              <a:chExt cx="207720" cy="207720"/>
            </a:xfrm>
          </p:grpSpPr>
          <p:sp>
            <p:nvSpPr>
              <p:cNvPr id="987" name="Google Shape;1519;p 8"/>
              <p:cNvSpPr/>
              <p:nvPr/>
            </p:nvSpPr>
            <p:spPr>
              <a:xfrm>
                <a:off x="7554240" y="2467800"/>
                <a:ext cx="207720" cy="20772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3440" bIns="73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8" name="Google Shape;1520;p 8"/>
              <p:cNvSpPr/>
              <p:nvPr/>
            </p:nvSpPr>
            <p:spPr>
              <a:xfrm>
                <a:off x="7583760" y="2496960"/>
                <a:ext cx="149040" cy="14904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920" bIns="5292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89" name="Google Shape;1521;p 8"/>
            <p:cNvSpPr/>
            <p:nvPr/>
          </p:nvSpPr>
          <p:spPr>
            <a:xfrm>
              <a:off x="7454520" y="4164120"/>
              <a:ext cx="147600" cy="147600"/>
            </a:xfrm>
            <a:prstGeom prst="ellipse">
              <a:avLst/>
            </a:pr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2200" bIns="5220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990" name=""/>
          <p:cNvPicPr/>
          <p:nvPr/>
        </p:nvPicPr>
        <p:blipFill>
          <a:blip r:embed="rId3"/>
          <a:stretch/>
        </p:blipFill>
        <p:spPr>
          <a:xfrm>
            <a:off x="1280520" y="720"/>
            <a:ext cx="6587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1" name="Google Shape;1485;p 4"/>
          <p:cNvGrpSpPr/>
          <p:nvPr/>
        </p:nvGrpSpPr>
        <p:grpSpPr>
          <a:xfrm>
            <a:off x="-374400" y="3354480"/>
            <a:ext cx="3922200" cy="2969640"/>
            <a:chOff x="-374400" y="3354480"/>
            <a:chExt cx="3922200" cy="2969640"/>
          </a:xfrm>
        </p:grpSpPr>
        <p:pic>
          <p:nvPicPr>
            <p:cNvPr id="992" name="Google Shape;1486;p 4"/>
            <p:cNvPicPr/>
            <p:nvPr/>
          </p:nvPicPr>
          <p:blipFill>
            <a:blip r:embed="rId1"/>
            <a:stretch/>
          </p:blipFill>
          <p:spPr>
            <a:xfrm>
              <a:off x="-374400" y="3354480"/>
              <a:ext cx="3890880" cy="29696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993" name="Google Shape;1487;p 4"/>
            <p:cNvGrpSpPr/>
            <p:nvPr/>
          </p:nvGrpSpPr>
          <p:grpSpPr>
            <a:xfrm>
              <a:off x="1853640" y="4445640"/>
              <a:ext cx="1694160" cy="1359720"/>
              <a:chOff x="1853640" y="4445640"/>
              <a:chExt cx="1694160" cy="1359720"/>
            </a:xfrm>
          </p:grpSpPr>
          <p:sp>
            <p:nvSpPr>
              <p:cNvPr id="994" name="Google Shape;1488;p 4"/>
              <p:cNvSpPr/>
              <p:nvPr/>
            </p:nvSpPr>
            <p:spPr>
              <a:xfrm>
                <a:off x="2287440" y="4713840"/>
                <a:ext cx="1260360" cy="1091520"/>
              </a:xfrm>
              <a:custGeom>
                <a:avLst/>
                <a:gdLst>
                  <a:gd name="textAreaLeft" fmla="*/ 0 w 1260360"/>
                  <a:gd name="textAreaRight" fmla="*/ 1260720 w 1260360"/>
                  <a:gd name="textAreaTop" fmla="*/ 0 h 1091520"/>
                  <a:gd name="textAreaBottom" fmla="*/ 1091880 h 10915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5" name="Google Shape;1489;p 4"/>
              <p:cNvSpPr/>
              <p:nvPr/>
            </p:nvSpPr>
            <p:spPr>
              <a:xfrm>
                <a:off x="2264040" y="4445640"/>
                <a:ext cx="900360" cy="779760"/>
              </a:xfrm>
              <a:custGeom>
                <a:avLst/>
                <a:gdLst>
                  <a:gd name="textAreaLeft" fmla="*/ 0 w 900360"/>
                  <a:gd name="textAreaRight" fmla="*/ 900720 w 900360"/>
                  <a:gd name="textAreaTop" fmla="*/ 0 h 779760"/>
                  <a:gd name="textAreaBottom" fmla="*/ 780120 h 779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6" name="Google Shape;1490;p 4"/>
              <p:cNvSpPr/>
              <p:nvPr/>
            </p:nvSpPr>
            <p:spPr>
              <a:xfrm>
                <a:off x="1853640" y="4713840"/>
                <a:ext cx="900360" cy="779760"/>
              </a:xfrm>
              <a:custGeom>
                <a:avLst/>
                <a:gdLst>
                  <a:gd name="textAreaLeft" fmla="*/ 0 w 900360"/>
                  <a:gd name="textAreaRight" fmla="*/ 900720 w 900360"/>
                  <a:gd name="textAreaTop" fmla="*/ 0 h 779760"/>
                  <a:gd name="textAreaBottom" fmla="*/ 780120 h 779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997" name="Google Shape;1492;p 4"/>
          <p:cNvGrpSpPr/>
          <p:nvPr/>
        </p:nvGrpSpPr>
        <p:grpSpPr>
          <a:xfrm>
            <a:off x="6487560" y="-1301040"/>
            <a:ext cx="4267800" cy="6665400"/>
            <a:chOff x="6487560" y="-1301040"/>
            <a:chExt cx="4267800" cy="6665400"/>
          </a:xfrm>
        </p:grpSpPr>
        <p:sp>
          <p:nvSpPr>
            <p:cNvPr id="998" name="Google Shape;1493;p 4"/>
            <p:cNvSpPr/>
            <p:nvPr/>
          </p:nvSpPr>
          <p:spPr>
            <a:xfrm>
              <a:off x="6727680" y="103320"/>
              <a:ext cx="4006080" cy="4748760"/>
            </a:xfrm>
            <a:custGeom>
              <a:avLst/>
              <a:gdLst>
                <a:gd name="textAreaLeft" fmla="*/ 0 w 4006080"/>
                <a:gd name="textAreaRight" fmla="*/ 4006440 w 4006080"/>
                <a:gd name="textAreaTop" fmla="*/ 0 h 4748760"/>
                <a:gd name="textAreaBottom" fmla="*/ 4749120 h 474876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9" name="Google Shape;1494;p 4"/>
            <p:cNvSpPr/>
            <p:nvPr/>
          </p:nvSpPr>
          <p:spPr>
            <a:xfrm>
              <a:off x="7070400" y="81360"/>
              <a:ext cx="2925000" cy="3057480"/>
            </a:xfrm>
            <a:custGeom>
              <a:avLst/>
              <a:gdLst>
                <a:gd name="textAreaLeft" fmla="*/ 0 w 2925000"/>
                <a:gd name="textAreaRight" fmla="*/ 292536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0" name="Google Shape;1495;p 4"/>
            <p:cNvSpPr/>
            <p:nvPr/>
          </p:nvSpPr>
          <p:spPr>
            <a:xfrm>
              <a:off x="7602480" y="24552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1" name="Google Shape;1496;p 4"/>
            <p:cNvSpPr/>
            <p:nvPr/>
          </p:nvSpPr>
          <p:spPr>
            <a:xfrm>
              <a:off x="7235280" y="622440"/>
              <a:ext cx="1860120" cy="4595040"/>
            </a:xfrm>
            <a:custGeom>
              <a:avLst/>
              <a:gdLst>
                <a:gd name="textAreaLeft" fmla="*/ 0 w 1860120"/>
                <a:gd name="textAreaRight" fmla="*/ 1860480 w 1860120"/>
                <a:gd name="textAreaTop" fmla="*/ 0 h 4595040"/>
                <a:gd name="textAreaBottom" fmla="*/ 4595400 h 45950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2" name="Google Shape;1497;p 4"/>
            <p:cNvSpPr/>
            <p:nvPr/>
          </p:nvSpPr>
          <p:spPr>
            <a:xfrm>
              <a:off x="6933240" y="621360"/>
              <a:ext cx="1860120" cy="4595040"/>
            </a:xfrm>
            <a:custGeom>
              <a:avLst/>
              <a:gdLst>
                <a:gd name="textAreaLeft" fmla="*/ 0 w 1860120"/>
                <a:gd name="textAreaRight" fmla="*/ 1860480 w 1860120"/>
                <a:gd name="textAreaTop" fmla="*/ 0 h 4595040"/>
                <a:gd name="textAreaBottom" fmla="*/ 4595400 h 45950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003" name="Google Shape;1498;p 4"/>
            <p:cNvPicPr/>
            <p:nvPr/>
          </p:nvPicPr>
          <p:blipFill>
            <a:blip r:embed="rId2"/>
            <a:stretch/>
          </p:blipFill>
          <p:spPr>
            <a:xfrm>
              <a:off x="6487560" y="-1301040"/>
              <a:ext cx="4198320" cy="32040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004" name="Google Shape;1499;p 4"/>
            <p:cNvGrpSpPr/>
            <p:nvPr/>
          </p:nvGrpSpPr>
          <p:grpSpPr>
            <a:xfrm>
              <a:off x="8232840" y="4254480"/>
              <a:ext cx="708120" cy="707760"/>
              <a:chOff x="8232840" y="4254480"/>
              <a:chExt cx="708120" cy="707760"/>
            </a:xfrm>
          </p:grpSpPr>
          <p:sp>
            <p:nvSpPr>
              <p:cNvPr id="1005" name="Google Shape;1500;p 4"/>
              <p:cNvSpPr/>
              <p:nvPr/>
            </p:nvSpPr>
            <p:spPr>
              <a:xfrm rot="5400000">
                <a:off x="8691480" y="425448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6" name="Google Shape;1501;p 4"/>
              <p:cNvSpPr/>
              <p:nvPr/>
            </p:nvSpPr>
            <p:spPr>
              <a:xfrm rot="5400000">
                <a:off x="8615160" y="433080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7" name="Google Shape;1502;p 4"/>
              <p:cNvSpPr/>
              <p:nvPr/>
            </p:nvSpPr>
            <p:spPr>
              <a:xfrm rot="5400000">
                <a:off x="8538840" y="440712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8" name="Google Shape;1503;p 4"/>
              <p:cNvSpPr/>
              <p:nvPr/>
            </p:nvSpPr>
            <p:spPr>
              <a:xfrm rot="5400000">
                <a:off x="8462160" y="4483440"/>
                <a:ext cx="249480" cy="24912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9" name="Google Shape;1504;p 4"/>
              <p:cNvSpPr/>
              <p:nvPr/>
            </p:nvSpPr>
            <p:spPr>
              <a:xfrm rot="5400000">
                <a:off x="8385840" y="456012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0" name="Google Shape;1505;p 4"/>
              <p:cNvSpPr/>
              <p:nvPr/>
            </p:nvSpPr>
            <p:spPr>
              <a:xfrm rot="5400000">
                <a:off x="8309520" y="463680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480 w 249120"/>
                  <a:gd name="textAreaTop" fmla="*/ 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1" name="Google Shape;1506;p 4"/>
              <p:cNvSpPr/>
              <p:nvPr/>
            </p:nvSpPr>
            <p:spPr>
              <a:xfrm rot="5400000">
                <a:off x="8232840" y="471276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12" name="Google Shape;1507;p 4"/>
            <p:cNvGrpSpPr/>
            <p:nvPr/>
          </p:nvGrpSpPr>
          <p:grpSpPr>
            <a:xfrm>
              <a:off x="8999280" y="3354480"/>
              <a:ext cx="457920" cy="457200"/>
              <a:chOff x="8999280" y="3354480"/>
              <a:chExt cx="457920" cy="457200"/>
            </a:xfrm>
          </p:grpSpPr>
          <p:sp>
            <p:nvSpPr>
              <p:cNvPr id="1013" name="Google Shape;1508;p 4"/>
              <p:cNvSpPr/>
              <p:nvPr/>
            </p:nvSpPr>
            <p:spPr>
              <a:xfrm rot="5400000">
                <a:off x="9295920" y="335448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4" name="Google Shape;1509;p 4"/>
              <p:cNvSpPr/>
              <p:nvPr/>
            </p:nvSpPr>
            <p:spPr>
              <a:xfrm rot="5400000">
                <a:off x="9246600" y="340344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5" name="Google Shape;1510;p 4"/>
              <p:cNvSpPr/>
              <p:nvPr/>
            </p:nvSpPr>
            <p:spPr>
              <a:xfrm rot="5400000">
                <a:off x="9197280" y="345312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6" name="Google Shape;1511;p 4"/>
              <p:cNvSpPr/>
              <p:nvPr/>
            </p:nvSpPr>
            <p:spPr>
              <a:xfrm rot="5400000">
                <a:off x="9147600" y="3502440"/>
                <a:ext cx="161280" cy="16092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0920"/>
                  <a:gd name="textAreaBottom" fmla="*/ 161280 h 16092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7" name="Google Shape;1512;p 4"/>
              <p:cNvSpPr/>
              <p:nvPr/>
            </p:nvSpPr>
            <p:spPr>
              <a:xfrm rot="5400000">
                <a:off x="9098280" y="355176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8" name="Google Shape;1513;p 4"/>
              <p:cNvSpPr/>
              <p:nvPr/>
            </p:nvSpPr>
            <p:spPr>
              <a:xfrm rot="5400000">
                <a:off x="9048960" y="360144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280 w 160920"/>
                  <a:gd name="textAreaTop" fmla="*/ 0 h 160920"/>
                  <a:gd name="textAreaBottom" fmla="*/ 161280 h 16092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9" name="Google Shape;1514;p 4"/>
              <p:cNvSpPr/>
              <p:nvPr/>
            </p:nvSpPr>
            <p:spPr>
              <a:xfrm rot="5400000">
                <a:off x="8999280" y="365040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20" name="Google Shape;1515;p 4"/>
            <p:cNvGrpSpPr/>
            <p:nvPr/>
          </p:nvGrpSpPr>
          <p:grpSpPr>
            <a:xfrm>
              <a:off x="8146800" y="539640"/>
              <a:ext cx="207720" cy="207720"/>
              <a:chOff x="8146800" y="539640"/>
              <a:chExt cx="207720" cy="207720"/>
            </a:xfrm>
          </p:grpSpPr>
          <p:sp>
            <p:nvSpPr>
              <p:cNvPr id="1021" name="Google Shape;1516;p 4"/>
              <p:cNvSpPr/>
              <p:nvPr/>
            </p:nvSpPr>
            <p:spPr>
              <a:xfrm>
                <a:off x="8146800" y="539640"/>
                <a:ext cx="207720" cy="20772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3440" bIns="73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2" name="Google Shape;1517;p 4"/>
              <p:cNvSpPr/>
              <p:nvPr/>
            </p:nvSpPr>
            <p:spPr>
              <a:xfrm>
                <a:off x="8175960" y="568800"/>
                <a:ext cx="149040" cy="14904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920" bIns="5292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23" name="Google Shape;1518;p 4"/>
            <p:cNvGrpSpPr/>
            <p:nvPr/>
          </p:nvGrpSpPr>
          <p:grpSpPr>
            <a:xfrm>
              <a:off x="7554240" y="2467800"/>
              <a:ext cx="207720" cy="207720"/>
              <a:chOff x="7554240" y="2467800"/>
              <a:chExt cx="207720" cy="207720"/>
            </a:xfrm>
          </p:grpSpPr>
          <p:sp>
            <p:nvSpPr>
              <p:cNvPr id="1024" name="Google Shape;1519;p 4"/>
              <p:cNvSpPr/>
              <p:nvPr/>
            </p:nvSpPr>
            <p:spPr>
              <a:xfrm>
                <a:off x="7554240" y="2467800"/>
                <a:ext cx="207720" cy="20772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3440" bIns="73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5" name="Google Shape;1520;p 4"/>
              <p:cNvSpPr/>
              <p:nvPr/>
            </p:nvSpPr>
            <p:spPr>
              <a:xfrm>
                <a:off x="7583760" y="2496960"/>
                <a:ext cx="149040" cy="14904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920" bIns="5292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6" name="Google Shape;1521;p 4"/>
            <p:cNvSpPr/>
            <p:nvPr/>
          </p:nvSpPr>
          <p:spPr>
            <a:xfrm>
              <a:off x="7454520" y="4164120"/>
              <a:ext cx="147600" cy="147600"/>
            </a:xfrm>
            <a:prstGeom prst="ellipse">
              <a:avLst/>
            </a:pr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2200" bIns="5220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027" name="Google Shape;251;p19"/>
          <p:cNvPicPr/>
          <p:nvPr/>
        </p:nvPicPr>
        <p:blipFill>
          <a:blip r:embed="rId3"/>
          <a:stretch/>
        </p:blipFill>
        <p:spPr>
          <a:xfrm>
            <a:off x="2361960" y="2455920"/>
            <a:ext cx="3938040" cy="225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8" name="Google Shape;252;p19"/>
          <p:cNvPicPr/>
          <p:nvPr/>
        </p:nvPicPr>
        <p:blipFill>
          <a:blip r:embed="rId4"/>
          <a:stretch/>
        </p:blipFill>
        <p:spPr>
          <a:xfrm>
            <a:off x="2361960" y="600120"/>
            <a:ext cx="3938040" cy="187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9" name="Google Shape;253;p19"/>
          <p:cNvSpPr/>
          <p:nvPr/>
        </p:nvSpPr>
        <p:spPr>
          <a:xfrm>
            <a:off x="2880000" y="1440000"/>
            <a:ext cx="900000" cy="360000"/>
          </a:xfrm>
          <a:prstGeom prst="foldedCorner">
            <a:avLst>
              <a:gd name="adj" fmla="val 16667"/>
            </a:avLst>
          </a:prstGeom>
          <a:gradFill rotWithShape="0">
            <a:gsLst>
              <a:gs pos="0">
                <a:srgbClr val="B8F1FF"/>
              </a:gs>
              <a:gs pos="100000">
                <a:srgbClr val="E2FBFF"/>
              </a:gs>
            </a:gsLst>
            <a:lin ang="16200000"/>
          </a:gradFill>
          <a:ln w="9360">
            <a:solidFill>
              <a:srgbClr val="45A9C4"/>
            </a:solidFill>
            <a:round/>
          </a:ln>
          <a:effectLst>
            <a:outerShdw dist="20160" dir="540000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Func1()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Poppins"/>
            </a:endParaRPr>
          </a:p>
        </p:txBody>
      </p:sp>
      <p:sp>
        <p:nvSpPr>
          <p:cNvPr id="1030" name="Google Shape;254;p19"/>
          <p:cNvSpPr/>
          <p:nvPr/>
        </p:nvSpPr>
        <p:spPr>
          <a:xfrm>
            <a:off x="5345640" y="2032560"/>
            <a:ext cx="774360" cy="423360"/>
          </a:xfrm>
          <a:prstGeom prst="foldedCorner">
            <a:avLst>
              <a:gd name="adj" fmla="val 16667"/>
            </a:avLst>
          </a:prstGeom>
          <a:gradFill rotWithShape="0">
            <a:gsLst>
              <a:gs pos="0">
                <a:srgbClr val="B8F1FF"/>
              </a:gs>
              <a:gs pos="100000">
                <a:srgbClr val="E2FBFF"/>
              </a:gs>
            </a:gsLst>
            <a:lin ang="16200000"/>
          </a:gradFill>
          <a:ln w="9360">
            <a:solidFill>
              <a:srgbClr val="45A9C4"/>
            </a:solidFill>
            <a:round/>
          </a:ln>
          <a:effectLst>
            <a:outerShdw dist="20160" dir="540000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Func2()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1" name="Google Shape;255;p19"/>
          <p:cNvSpPr/>
          <p:nvPr/>
        </p:nvSpPr>
        <p:spPr>
          <a:xfrm>
            <a:off x="3545640" y="2033640"/>
            <a:ext cx="774360" cy="422280"/>
          </a:xfrm>
          <a:prstGeom prst="foldedCorner">
            <a:avLst>
              <a:gd name="adj" fmla="val 16667"/>
            </a:avLst>
          </a:prstGeom>
          <a:gradFill rotWithShape="0">
            <a:gsLst>
              <a:gs pos="0">
                <a:srgbClr val="B8F1FF"/>
              </a:gs>
              <a:gs pos="100000">
                <a:srgbClr val="E2FBFF"/>
              </a:gs>
            </a:gsLst>
            <a:lin ang="16200000"/>
          </a:gradFill>
          <a:ln w="9360">
            <a:solidFill>
              <a:srgbClr val="45A9C4"/>
            </a:solidFill>
            <a:round/>
          </a:ln>
          <a:effectLst>
            <a:outerShdw dist="20160" dir="540000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Func3()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Google Shape;256;p19"/>
          <p:cNvSpPr/>
          <p:nvPr/>
        </p:nvSpPr>
        <p:spPr>
          <a:xfrm>
            <a:off x="4805640" y="1440000"/>
            <a:ext cx="774360" cy="360000"/>
          </a:xfrm>
          <a:prstGeom prst="foldedCorner">
            <a:avLst>
              <a:gd name="adj" fmla="val 16667"/>
            </a:avLst>
          </a:prstGeom>
          <a:gradFill rotWithShape="0">
            <a:gsLst>
              <a:gs pos="0">
                <a:srgbClr val="B8F1FF"/>
              </a:gs>
              <a:gs pos="100000">
                <a:srgbClr val="E2FBFF"/>
              </a:gs>
            </a:gsLst>
            <a:lin ang="16200000"/>
          </a:gradFill>
          <a:ln w="9360">
            <a:solidFill>
              <a:srgbClr val="45A9C4"/>
            </a:solidFill>
            <a:round/>
          </a:ln>
          <a:effectLst>
            <a:outerShdw dist="20160" dir="540000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Func4()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Google Shape;257;p19"/>
          <p:cNvSpPr/>
          <p:nvPr/>
        </p:nvSpPr>
        <p:spPr>
          <a:xfrm>
            <a:off x="3873960" y="1440000"/>
            <a:ext cx="806040" cy="360000"/>
          </a:xfrm>
          <a:prstGeom prst="foldedCorner">
            <a:avLst>
              <a:gd name="adj" fmla="val 16667"/>
            </a:avLst>
          </a:prstGeom>
          <a:gradFill rotWithShape="0">
            <a:gsLst>
              <a:gs pos="0">
                <a:srgbClr val="D6CAED"/>
              </a:gs>
              <a:gs pos="100000">
                <a:srgbClr val="EFE8FA"/>
              </a:gs>
            </a:gsLst>
            <a:lin ang="16200000"/>
          </a:gradFill>
          <a:ln w="9360">
            <a:solidFill>
              <a:srgbClr val="7C5F9F"/>
            </a:solidFill>
            <a:round/>
          </a:ln>
          <a:effectLst>
            <a:outerShdw dist="20160" dir="540000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var1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Google Shape;258;p19"/>
          <p:cNvSpPr/>
          <p:nvPr/>
        </p:nvSpPr>
        <p:spPr>
          <a:xfrm>
            <a:off x="4500000" y="2033640"/>
            <a:ext cx="718560" cy="422280"/>
          </a:xfrm>
          <a:prstGeom prst="foldedCorner">
            <a:avLst>
              <a:gd name="adj" fmla="val 16667"/>
            </a:avLst>
          </a:prstGeom>
          <a:gradFill rotWithShape="0">
            <a:gsLst>
              <a:gs pos="0">
                <a:srgbClr val="D6CAED"/>
              </a:gs>
              <a:gs pos="100000">
                <a:srgbClr val="EFE8FA"/>
              </a:gs>
            </a:gsLst>
            <a:lin ang="16200000"/>
          </a:gradFill>
          <a:ln w="9360">
            <a:solidFill>
              <a:srgbClr val="7C5F9F"/>
            </a:solidFill>
            <a:round/>
          </a:ln>
          <a:effectLst>
            <a:outerShdw dist="20160" dir="540000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var2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Google Shape;259;p19"/>
          <p:cNvSpPr/>
          <p:nvPr/>
        </p:nvSpPr>
        <p:spPr>
          <a:xfrm>
            <a:off x="2643120" y="2049840"/>
            <a:ext cx="776880" cy="406080"/>
          </a:xfrm>
          <a:prstGeom prst="foldedCorner">
            <a:avLst>
              <a:gd name="adj" fmla="val 16667"/>
            </a:avLst>
          </a:prstGeom>
          <a:gradFill rotWithShape="0">
            <a:gsLst>
              <a:gs pos="0">
                <a:srgbClr val="D6CAED"/>
              </a:gs>
              <a:gs pos="100000">
                <a:srgbClr val="EFE8FA"/>
              </a:gs>
            </a:gsLst>
            <a:lin ang="16200000"/>
          </a:gradFill>
          <a:ln w="9360">
            <a:solidFill>
              <a:srgbClr val="7C5F9F"/>
            </a:solidFill>
            <a:round/>
          </a:ln>
          <a:effectLst>
            <a:outerShdw dist="20160" dir="540000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var3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"/>
          <p:cNvSpPr/>
          <p:nvPr/>
        </p:nvSpPr>
        <p:spPr>
          <a:xfrm>
            <a:off x="720000" y="1440000"/>
            <a:ext cx="2700000" cy="3420000"/>
          </a:xfrm>
          <a:prstGeom prst="rect">
            <a:avLst/>
          </a:prstGeom>
          <a:solidFill>
            <a:schemeClr val="lt1">
              <a:lumMod val="90000"/>
              <a:lumOff val="0"/>
            </a:scheme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37" name="Google Shape;1485;p 2"/>
          <p:cNvGrpSpPr/>
          <p:nvPr/>
        </p:nvGrpSpPr>
        <p:grpSpPr>
          <a:xfrm>
            <a:off x="-374400" y="3354480"/>
            <a:ext cx="3922200" cy="2969640"/>
            <a:chOff x="-374400" y="3354480"/>
            <a:chExt cx="3922200" cy="2969640"/>
          </a:xfrm>
        </p:grpSpPr>
        <p:pic>
          <p:nvPicPr>
            <p:cNvPr id="1038" name="Google Shape;1486;p 2"/>
            <p:cNvPicPr/>
            <p:nvPr/>
          </p:nvPicPr>
          <p:blipFill>
            <a:blip r:embed="rId1"/>
            <a:stretch/>
          </p:blipFill>
          <p:spPr>
            <a:xfrm>
              <a:off x="-374400" y="3354480"/>
              <a:ext cx="3890880" cy="29696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039" name="Google Shape;1487;p 2"/>
            <p:cNvGrpSpPr/>
            <p:nvPr/>
          </p:nvGrpSpPr>
          <p:grpSpPr>
            <a:xfrm>
              <a:off x="1853640" y="4445640"/>
              <a:ext cx="1694160" cy="1359720"/>
              <a:chOff x="1853640" y="4445640"/>
              <a:chExt cx="1694160" cy="1359720"/>
            </a:xfrm>
          </p:grpSpPr>
          <p:sp>
            <p:nvSpPr>
              <p:cNvPr id="1040" name="Google Shape;1488;p 2"/>
              <p:cNvSpPr/>
              <p:nvPr/>
            </p:nvSpPr>
            <p:spPr>
              <a:xfrm>
                <a:off x="2287440" y="4713840"/>
                <a:ext cx="1260360" cy="1091520"/>
              </a:xfrm>
              <a:custGeom>
                <a:avLst/>
                <a:gdLst>
                  <a:gd name="textAreaLeft" fmla="*/ 0 w 1260360"/>
                  <a:gd name="textAreaRight" fmla="*/ 1260720 w 1260360"/>
                  <a:gd name="textAreaTop" fmla="*/ 0 h 1091520"/>
                  <a:gd name="textAreaBottom" fmla="*/ 1091880 h 10915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1" name="Google Shape;1489;p 2"/>
              <p:cNvSpPr/>
              <p:nvPr/>
            </p:nvSpPr>
            <p:spPr>
              <a:xfrm>
                <a:off x="2264040" y="4445640"/>
                <a:ext cx="900360" cy="779760"/>
              </a:xfrm>
              <a:custGeom>
                <a:avLst/>
                <a:gdLst>
                  <a:gd name="textAreaLeft" fmla="*/ 0 w 900360"/>
                  <a:gd name="textAreaRight" fmla="*/ 900720 w 900360"/>
                  <a:gd name="textAreaTop" fmla="*/ 0 h 779760"/>
                  <a:gd name="textAreaBottom" fmla="*/ 780120 h 779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2" name="Google Shape;1490;p 2"/>
              <p:cNvSpPr/>
              <p:nvPr/>
            </p:nvSpPr>
            <p:spPr>
              <a:xfrm>
                <a:off x="1853640" y="4713840"/>
                <a:ext cx="900360" cy="779760"/>
              </a:xfrm>
              <a:custGeom>
                <a:avLst/>
                <a:gdLst>
                  <a:gd name="textAreaLeft" fmla="*/ 0 w 900360"/>
                  <a:gd name="textAreaRight" fmla="*/ 900720 w 900360"/>
                  <a:gd name="textAreaTop" fmla="*/ 0 h 779760"/>
                  <a:gd name="textAreaBottom" fmla="*/ 780120 h 779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43" name="PlaceHolder 1"/>
          <p:cNvSpPr>
            <a:spLocks noGrp="1"/>
          </p:cNvSpPr>
          <p:nvPr>
            <p:ph type="title"/>
          </p:nvPr>
        </p:nvSpPr>
        <p:spPr>
          <a:xfrm>
            <a:off x="522360" y="540000"/>
            <a:ext cx="559764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000" b="1" u="none" strike="noStrik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Stucture</a:t>
            </a:r>
            <a:endParaRPr lang="en-GB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44" name="Google Shape;1492;p 2"/>
          <p:cNvGrpSpPr/>
          <p:nvPr/>
        </p:nvGrpSpPr>
        <p:grpSpPr>
          <a:xfrm>
            <a:off x="6487560" y="-1301040"/>
            <a:ext cx="4267800" cy="6665400"/>
            <a:chOff x="6487560" y="-1301040"/>
            <a:chExt cx="4267800" cy="6665400"/>
          </a:xfrm>
        </p:grpSpPr>
        <p:sp>
          <p:nvSpPr>
            <p:cNvPr id="1045" name="Google Shape;1493;p 2"/>
            <p:cNvSpPr/>
            <p:nvPr/>
          </p:nvSpPr>
          <p:spPr>
            <a:xfrm>
              <a:off x="6727680" y="103320"/>
              <a:ext cx="4006080" cy="4748760"/>
            </a:xfrm>
            <a:custGeom>
              <a:avLst/>
              <a:gdLst>
                <a:gd name="textAreaLeft" fmla="*/ 0 w 4006080"/>
                <a:gd name="textAreaRight" fmla="*/ 4006440 w 4006080"/>
                <a:gd name="textAreaTop" fmla="*/ 0 h 4748760"/>
                <a:gd name="textAreaBottom" fmla="*/ 4749120 h 474876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6" name="Google Shape;1494;p 2"/>
            <p:cNvSpPr/>
            <p:nvPr/>
          </p:nvSpPr>
          <p:spPr>
            <a:xfrm>
              <a:off x="7070400" y="81360"/>
              <a:ext cx="2925000" cy="3057480"/>
            </a:xfrm>
            <a:custGeom>
              <a:avLst/>
              <a:gdLst>
                <a:gd name="textAreaLeft" fmla="*/ 0 w 2925000"/>
                <a:gd name="textAreaRight" fmla="*/ 292536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7" name="Google Shape;1495;p 2"/>
            <p:cNvSpPr/>
            <p:nvPr/>
          </p:nvSpPr>
          <p:spPr>
            <a:xfrm>
              <a:off x="7602480" y="24552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8" name="Google Shape;1496;p 2"/>
            <p:cNvSpPr/>
            <p:nvPr/>
          </p:nvSpPr>
          <p:spPr>
            <a:xfrm>
              <a:off x="7235280" y="622440"/>
              <a:ext cx="1860120" cy="4595040"/>
            </a:xfrm>
            <a:custGeom>
              <a:avLst/>
              <a:gdLst>
                <a:gd name="textAreaLeft" fmla="*/ 0 w 1860120"/>
                <a:gd name="textAreaRight" fmla="*/ 1860480 w 1860120"/>
                <a:gd name="textAreaTop" fmla="*/ 0 h 4595040"/>
                <a:gd name="textAreaBottom" fmla="*/ 4595400 h 45950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9" name="Google Shape;1497;p 2"/>
            <p:cNvSpPr/>
            <p:nvPr/>
          </p:nvSpPr>
          <p:spPr>
            <a:xfrm>
              <a:off x="6933240" y="621360"/>
              <a:ext cx="1860120" cy="4595040"/>
            </a:xfrm>
            <a:custGeom>
              <a:avLst/>
              <a:gdLst>
                <a:gd name="textAreaLeft" fmla="*/ 0 w 1860120"/>
                <a:gd name="textAreaRight" fmla="*/ 1860480 w 1860120"/>
                <a:gd name="textAreaTop" fmla="*/ 0 h 4595040"/>
                <a:gd name="textAreaBottom" fmla="*/ 4595400 h 45950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050" name="Google Shape;1498;p 2"/>
            <p:cNvPicPr/>
            <p:nvPr/>
          </p:nvPicPr>
          <p:blipFill>
            <a:blip r:embed="rId2"/>
            <a:stretch/>
          </p:blipFill>
          <p:spPr>
            <a:xfrm>
              <a:off x="6487560" y="-1301040"/>
              <a:ext cx="4198320" cy="32040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051" name="Google Shape;1499;p 2"/>
            <p:cNvGrpSpPr/>
            <p:nvPr/>
          </p:nvGrpSpPr>
          <p:grpSpPr>
            <a:xfrm>
              <a:off x="8232840" y="4254480"/>
              <a:ext cx="708120" cy="707760"/>
              <a:chOff x="8232840" y="4254480"/>
              <a:chExt cx="708120" cy="707760"/>
            </a:xfrm>
          </p:grpSpPr>
          <p:sp>
            <p:nvSpPr>
              <p:cNvPr id="1052" name="Google Shape;1500;p 2"/>
              <p:cNvSpPr/>
              <p:nvPr/>
            </p:nvSpPr>
            <p:spPr>
              <a:xfrm rot="5400000">
                <a:off x="8691480" y="425448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3" name="Google Shape;1501;p 2"/>
              <p:cNvSpPr/>
              <p:nvPr/>
            </p:nvSpPr>
            <p:spPr>
              <a:xfrm rot="5400000">
                <a:off x="8615160" y="433080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4" name="Google Shape;1502;p 2"/>
              <p:cNvSpPr/>
              <p:nvPr/>
            </p:nvSpPr>
            <p:spPr>
              <a:xfrm rot="5400000">
                <a:off x="8538840" y="440712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5" name="Google Shape;1503;p 2"/>
              <p:cNvSpPr/>
              <p:nvPr/>
            </p:nvSpPr>
            <p:spPr>
              <a:xfrm rot="5400000">
                <a:off x="8462160" y="4483440"/>
                <a:ext cx="249480" cy="24912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6" name="Google Shape;1504;p 2"/>
              <p:cNvSpPr/>
              <p:nvPr/>
            </p:nvSpPr>
            <p:spPr>
              <a:xfrm rot="5400000">
                <a:off x="8385840" y="456012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7" name="Google Shape;1505;p 2"/>
              <p:cNvSpPr/>
              <p:nvPr/>
            </p:nvSpPr>
            <p:spPr>
              <a:xfrm rot="5400000">
                <a:off x="8309520" y="463680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480 w 249120"/>
                  <a:gd name="textAreaTop" fmla="*/ 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8" name="Google Shape;1506;p 2"/>
              <p:cNvSpPr/>
              <p:nvPr/>
            </p:nvSpPr>
            <p:spPr>
              <a:xfrm rot="5400000">
                <a:off x="8232840" y="471276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59" name="Google Shape;1507;p 2"/>
            <p:cNvGrpSpPr/>
            <p:nvPr/>
          </p:nvGrpSpPr>
          <p:grpSpPr>
            <a:xfrm>
              <a:off x="8999280" y="3354480"/>
              <a:ext cx="457920" cy="457200"/>
              <a:chOff x="8999280" y="3354480"/>
              <a:chExt cx="457920" cy="457200"/>
            </a:xfrm>
          </p:grpSpPr>
          <p:sp>
            <p:nvSpPr>
              <p:cNvPr id="1060" name="Google Shape;1508;p 2"/>
              <p:cNvSpPr/>
              <p:nvPr/>
            </p:nvSpPr>
            <p:spPr>
              <a:xfrm rot="5400000">
                <a:off x="9295920" y="335448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1" name="Google Shape;1509;p 2"/>
              <p:cNvSpPr/>
              <p:nvPr/>
            </p:nvSpPr>
            <p:spPr>
              <a:xfrm rot="5400000">
                <a:off x="9246600" y="340344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2" name="Google Shape;1510;p 2"/>
              <p:cNvSpPr/>
              <p:nvPr/>
            </p:nvSpPr>
            <p:spPr>
              <a:xfrm rot="5400000">
                <a:off x="9197280" y="345312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3" name="Google Shape;1511;p 2"/>
              <p:cNvSpPr/>
              <p:nvPr/>
            </p:nvSpPr>
            <p:spPr>
              <a:xfrm rot="5400000">
                <a:off x="9147600" y="3502440"/>
                <a:ext cx="161280" cy="16092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0920"/>
                  <a:gd name="textAreaBottom" fmla="*/ 161280 h 16092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4" name="Google Shape;1512;p 2"/>
              <p:cNvSpPr/>
              <p:nvPr/>
            </p:nvSpPr>
            <p:spPr>
              <a:xfrm rot="5400000">
                <a:off x="9098280" y="355176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5" name="Google Shape;1513;p 2"/>
              <p:cNvSpPr/>
              <p:nvPr/>
            </p:nvSpPr>
            <p:spPr>
              <a:xfrm rot="5400000">
                <a:off x="9048960" y="360144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280 w 160920"/>
                  <a:gd name="textAreaTop" fmla="*/ 0 h 160920"/>
                  <a:gd name="textAreaBottom" fmla="*/ 161280 h 16092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6" name="Google Shape;1514;p 2"/>
              <p:cNvSpPr/>
              <p:nvPr/>
            </p:nvSpPr>
            <p:spPr>
              <a:xfrm rot="5400000">
                <a:off x="8999280" y="365040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67" name="Google Shape;1515;p 2"/>
            <p:cNvGrpSpPr/>
            <p:nvPr/>
          </p:nvGrpSpPr>
          <p:grpSpPr>
            <a:xfrm>
              <a:off x="8146800" y="539640"/>
              <a:ext cx="207720" cy="207720"/>
              <a:chOff x="8146800" y="539640"/>
              <a:chExt cx="207720" cy="207720"/>
            </a:xfrm>
          </p:grpSpPr>
          <p:sp>
            <p:nvSpPr>
              <p:cNvPr id="1068" name="Google Shape;1516;p 2"/>
              <p:cNvSpPr/>
              <p:nvPr/>
            </p:nvSpPr>
            <p:spPr>
              <a:xfrm>
                <a:off x="8146800" y="539640"/>
                <a:ext cx="207720" cy="20772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3440" bIns="73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9" name="Google Shape;1517;p 2"/>
              <p:cNvSpPr/>
              <p:nvPr/>
            </p:nvSpPr>
            <p:spPr>
              <a:xfrm>
                <a:off x="8175960" y="568800"/>
                <a:ext cx="149040" cy="14904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920" bIns="5292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70" name="Google Shape;1518;p 2"/>
            <p:cNvGrpSpPr/>
            <p:nvPr/>
          </p:nvGrpSpPr>
          <p:grpSpPr>
            <a:xfrm>
              <a:off x="7554240" y="2467800"/>
              <a:ext cx="207720" cy="207720"/>
              <a:chOff x="7554240" y="2467800"/>
              <a:chExt cx="207720" cy="207720"/>
            </a:xfrm>
          </p:grpSpPr>
          <p:sp>
            <p:nvSpPr>
              <p:cNvPr id="1071" name="Google Shape;1519;p 2"/>
              <p:cNvSpPr/>
              <p:nvPr/>
            </p:nvSpPr>
            <p:spPr>
              <a:xfrm>
                <a:off x="7554240" y="2467800"/>
                <a:ext cx="207720" cy="20772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3440" bIns="73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2" name="Google Shape;1520;p 2"/>
              <p:cNvSpPr/>
              <p:nvPr/>
            </p:nvSpPr>
            <p:spPr>
              <a:xfrm>
                <a:off x="7583760" y="2496960"/>
                <a:ext cx="149040" cy="14904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920" bIns="5292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73" name="Google Shape;1521;p 2"/>
            <p:cNvSpPr/>
            <p:nvPr/>
          </p:nvSpPr>
          <p:spPr>
            <a:xfrm>
              <a:off x="7454520" y="4164120"/>
              <a:ext cx="147600" cy="147600"/>
            </a:xfrm>
            <a:prstGeom prst="ellipse">
              <a:avLst/>
            </a:pr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2200" bIns="5220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74" name="Google Shape;2152;p 1"/>
          <p:cNvSpPr/>
          <p:nvPr/>
        </p:nvSpPr>
        <p:spPr>
          <a:xfrm>
            <a:off x="1230120" y="1381320"/>
            <a:ext cx="16498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15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System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5" name=""/>
          <p:cNvSpPr/>
          <p:nvPr/>
        </p:nvSpPr>
        <p:spPr>
          <a:xfrm>
            <a:off x="1260000" y="1980000"/>
            <a:ext cx="1620000" cy="540000"/>
          </a:xfrm>
          <a:prstGeom prst="flowChartAlternateProcess">
            <a:avLst/>
          </a:prstGeom>
          <a:solidFill>
            <a:schemeClr val="lt2">
              <a:lumOff val="0"/>
            </a:schemeClr>
          </a:solidFill>
          <a:ln w="0">
            <a:solidFill>
              <a:schemeClr val="dk1"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UI</a:t>
            </a:r>
            <a:endParaRPr lang="en-GB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"/>
          <p:cNvSpPr/>
          <p:nvPr/>
        </p:nvSpPr>
        <p:spPr>
          <a:xfrm>
            <a:off x="1260000" y="1980000"/>
            <a:ext cx="1620000" cy="540000"/>
          </a:xfrm>
          <a:prstGeom prst="flowChartAlternateProcess">
            <a:avLst/>
          </a:prstGeom>
          <a:solidFill>
            <a:schemeClr val="lt2">
              <a:lumOff val="0"/>
            </a:schemeClr>
          </a:solidFill>
          <a:ln w="0">
            <a:solidFill>
              <a:schemeClr val="dk1"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Poppins"/>
              </a:rPr>
              <a:t>UI</a:t>
            </a:r>
            <a:endParaRPr lang="en-GB" sz="1800" b="1" u="none" strike="noStrike">
              <a:solidFill>
                <a:srgbClr val="000000"/>
              </a:solidFill>
              <a:effectLst/>
              <a:uFillTx/>
              <a:latin typeface="Poppins"/>
            </a:endParaRPr>
          </a:p>
        </p:txBody>
      </p:sp>
      <p:sp>
        <p:nvSpPr>
          <p:cNvPr id="1077" name=""/>
          <p:cNvSpPr/>
          <p:nvPr/>
        </p:nvSpPr>
        <p:spPr>
          <a:xfrm>
            <a:off x="1260000" y="2880000"/>
            <a:ext cx="1620000" cy="540000"/>
          </a:xfrm>
          <a:prstGeom prst="flowChartAlternateProcess">
            <a:avLst/>
          </a:prstGeom>
          <a:solidFill>
            <a:schemeClr val="lt2">
              <a:lumOff val="0"/>
            </a:schemeClr>
          </a:solidFill>
          <a:ln w="0">
            <a:solidFill>
              <a:schemeClr val="dk1"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Poppins"/>
              </a:rPr>
              <a:t>Service</a:t>
            </a:r>
            <a:endParaRPr lang="en-GB" sz="1800" b="1" u="none" strike="noStrike">
              <a:solidFill>
                <a:srgbClr val="000000"/>
              </a:solidFill>
              <a:effectLst/>
              <a:uFillTx/>
              <a:latin typeface="Poppins"/>
            </a:endParaRPr>
          </a:p>
        </p:txBody>
      </p:sp>
      <p:sp>
        <p:nvSpPr>
          <p:cNvPr id="1078" name=""/>
          <p:cNvSpPr/>
          <p:nvPr/>
        </p:nvSpPr>
        <p:spPr>
          <a:xfrm>
            <a:off x="1260000" y="3780000"/>
            <a:ext cx="1620000" cy="540000"/>
          </a:xfrm>
          <a:prstGeom prst="flowChartAlternateProcess">
            <a:avLst/>
          </a:prstGeom>
          <a:solidFill>
            <a:schemeClr val="lt2">
              <a:lumOff val="0"/>
            </a:schemeClr>
          </a:solidFill>
          <a:ln w="0">
            <a:solidFill>
              <a:schemeClr val="dk1"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Poppins"/>
              </a:rPr>
              <a:t>DB</a:t>
            </a:r>
            <a:endParaRPr lang="en-GB" sz="1800" b="1" u="none" strike="noStrike">
              <a:solidFill>
                <a:srgbClr val="000000"/>
              </a:solidFill>
              <a:effectLst/>
              <a:uFillTx/>
              <a:latin typeface="Poppins"/>
            </a:endParaRPr>
          </a:p>
        </p:txBody>
      </p:sp>
      <p:grpSp>
        <p:nvGrpSpPr>
          <p:cNvPr id="1079" name="Google Shape;1485;p 5"/>
          <p:cNvGrpSpPr/>
          <p:nvPr/>
        </p:nvGrpSpPr>
        <p:grpSpPr>
          <a:xfrm>
            <a:off x="-374040" y="3354480"/>
            <a:ext cx="3922200" cy="2969640"/>
            <a:chOff x="-374040" y="3354480"/>
            <a:chExt cx="3922200" cy="2969640"/>
          </a:xfrm>
        </p:grpSpPr>
        <p:pic>
          <p:nvPicPr>
            <p:cNvPr id="1080" name="Google Shape;1486;p 1"/>
            <p:cNvPicPr/>
            <p:nvPr/>
          </p:nvPicPr>
          <p:blipFill>
            <a:blip r:embed="rId3"/>
            <a:stretch/>
          </p:blipFill>
          <p:spPr>
            <a:xfrm>
              <a:off x="-374040" y="3354480"/>
              <a:ext cx="3890880" cy="29696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081" name="Google Shape;1487;p 1"/>
            <p:cNvGrpSpPr/>
            <p:nvPr/>
          </p:nvGrpSpPr>
          <p:grpSpPr>
            <a:xfrm>
              <a:off x="1854000" y="4445640"/>
              <a:ext cx="1694160" cy="1359720"/>
              <a:chOff x="1854000" y="4445640"/>
              <a:chExt cx="1694160" cy="1359720"/>
            </a:xfrm>
          </p:grpSpPr>
          <p:sp>
            <p:nvSpPr>
              <p:cNvPr id="1082" name="Google Shape;1488;p 1"/>
              <p:cNvSpPr/>
              <p:nvPr/>
            </p:nvSpPr>
            <p:spPr>
              <a:xfrm>
                <a:off x="2287800" y="4713840"/>
                <a:ext cx="1260360" cy="1091520"/>
              </a:xfrm>
              <a:custGeom>
                <a:avLst/>
                <a:gdLst>
                  <a:gd name="textAreaLeft" fmla="*/ 0 w 1260360"/>
                  <a:gd name="textAreaRight" fmla="*/ 1260720 w 1260360"/>
                  <a:gd name="textAreaTop" fmla="*/ 0 h 1091520"/>
                  <a:gd name="textAreaBottom" fmla="*/ 1091880 h 10915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3" name="Google Shape;1489;p 1"/>
              <p:cNvSpPr/>
              <p:nvPr/>
            </p:nvSpPr>
            <p:spPr>
              <a:xfrm>
                <a:off x="2264400" y="4445640"/>
                <a:ext cx="900360" cy="779760"/>
              </a:xfrm>
              <a:custGeom>
                <a:avLst/>
                <a:gdLst>
                  <a:gd name="textAreaLeft" fmla="*/ 0 w 900360"/>
                  <a:gd name="textAreaRight" fmla="*/ 900720 w 900360"/>
                  <a:gd name="textAreaTop" fmla="*/ 0 h 779760"/>
                  <a:gd name="textAreaBottom" fmla="*/ 780120 h 779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4" name="Google Shape;1490;p 1"/>
              <p:cNvSpPr/>
              <p:nvPr/>
            </p:nvSpPr>
            <p:spPr>
              <a:xfrm>
                <a:off x="1854000" y="4713840"/>
                <a:ext cx="900360" cy="779760"/>
              </a:xfrm>
              <a:custGeom>
                <a:avLst/>
                <a:gdLst>
                  <a:gd name="textAreaLeft" fmla="*/ 0 w 900360"/>
                  <a:gd name="textAreaRight" fmla="*/ 900720 w 900360"/>
                  <a:gd name="textAreaTop" fmla="*/ 0 h 779760"/>
                  <a:gd name="textAreaBottom" fmla="*/ 780120 h 779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85" name=""/>
          <p:cNvSpPr/>
          <p:nvPr/>
        </p:nvSpPr>
        <p:spPr>
          <a:xfrm>
            <a:off x="1260360" y="1980000"/>
            <a:ext cx="1620000" cy="540000"/>
          </a:xfrm>
          <a:prstGeom prst="flowChartAlternateProcess">
            <a:avLst/>
          </a:prstGeom>
          <a:solidFill>
            <a:schemeClr val="lt2">
              <a:lumOff val="0"/>
            </a:schemeClr>
          </a:solidFill>
          <a:ln w="0">
            <a:solidFill>
              <a:schemeClr val="dk1"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UI</a:t>
            </a:r>
            <a:endParaRPr lang="en-GB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6" name=""/>
          <p:cNvSpPr/>
          <p:nvPr/>
        </p:nvSpPr>
        <p:spPr>
          <a:xfrm>
            <a:off x="1260360" y="1980000"/>
            <a:ext cx="1620000" cy="540000"/>
          </a:xfrm>
          <a:prstGeom prst="flowChartAlternateProcess">
            <a:avLst/>
          </a:prstGeom>
          <a:solidFill>
            <a:schemeClr val="lt2">
              <a:lumOff val="0"/>
            </a:schemeClr>
          </a:solidFill>
          <a:ln w="0">
            <a:solidFill>
              <a:schemeClr val="dk1"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Poppins"/>
              </a:rPr>
              <a:t>UI</a:t>
            </a:r>
            <a:endParaRPr lang="en-GB" sz="1800" b="1" u="none" strike="noStrike">
              <a:solidFill>
                <a:srgbClr val="000000"/>
              </a:solidFill>
              <a:effectLst/>
              <a:uFillTx/>
              <a:latin typeface="Poppins"/>
            </a:endParaRPr>
          </a:p>
        </p:txBody>
      </p:sp>
      <p:sp>
        <p:nvSpPr>
          <p:cNvPr id="1087" name=""/>
          <p:cNvSpPr/>
          <p:nvPr/>
        </p:nvSpPr>
        <p:spPr>
          <a:xfrm>
            <a:off x="1260360" y="2880000"/>
            <a:ext cx="1620000" cy="540000"/>
          </a:xfrm>
          <a:prstGeom prst="flowChartAlternateProcess">
            <a:avLst/>
          </a:prstGeom>
          <a:solidFill>
            <a:schemeClr val="lt2">
              <a:lumOff val="0"/>
            </a:schemeClr>
          </a:solidFill>
          <a:ln w="0">
            <a:solidFill>
              <a:schemeClr val="dk1"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Poppins"/>
              </a:rPr>
              <a:t>Service</a:t>
            </a:r>
            <a:endParaRPr lang="en-GB" sz="1800" b="1" u="none" strike="noStrike">
              <a:solidFill>
                <a:srgbClr val="000000"/>
              </a:solidFill>
              <a:effectLst/>
              <a:uFillTx/>
              <a:latin typeface="Poppins"/>
            </a:endParaRPr>
          </a:p>
        </p:txBody>
      </p:sp>
      <p:sp>
        <p:nvSpPr>
          <p:cNvPr id="1088" name=""/>
          <p:cNvSpPr/>
          <p:nvPr/>
        </p:nvSpPr>
        <p:spPr>
          <a:xfrm>
            <a:off x="1260360" y="3780000"/>
            <a:ext cx="1620000" cy="540000"/>
          </a:xfrm>
          <a:prstGeom prst="flowChartAlternateProcess">
            <a:avLst/>
          </a:prstGeom>
          <a:solidFill>
            <a:schemeClr val="lt2">
              <a:lumOff val="0"/>
            </a:schemeClr>
          </a:solidFill>
          <a:ln w="0">
            <a:solidFill>
              <a:schemeClr val="dk1"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Poppins"/>
              </a:rPr>
              <a:t>DB</a:t>
            </a:r>
            <a:endParaRPr lang="en-GB" sz="1800" b="1" u="none" strike="noStrike">
              <a:solidFill>
                <a:srgbClr val="000000"/>
              </a:solidFill>
              <a:effectLst/>
              <a:uFillTx/>
              <a:latin typeface="Poppins"/>
            </a:endParaRPr>
          </a:p>
        </p:txBody>
      </p:sp>
      <p:sp>
        <p:nvSpPr>
          <p:cNvPr id="1089" name=""/>
          <p:cNvSpPr/>
          <p:nvPr/>
        </p:nvSpPr>
        <p:spPr>
          <a:xfrm>
            <a:off x="4860000" y="1440000"/>
            <a:ext cx="2700000" cy="3420000"/>
          </a:xfrm>
          <a:prstGeom prst="rect">
            <a:avLst/>
          </a:prstGeom>
          <a:solidFill>
            <a:schemeClr val="lt2">
              <a:lumOff val="0"/>
            </a:scheme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0" name=""/>
          <p:cNvSpPr/>
          <p:nvPr/>
        </p:nvSpPr>
        <p:spPr>
          <a:xfrm>
            <a:off x="5400000" y="1980000"/>
            <a:ext cx="1620000" cy="540000"/>
          </a:xfrm>
          <a:prstGeom prst="flowChartAlternateProcess">
            <a:avLst/>
          </a:prstGeom>
          <a:solidFill>
            <a:schemeClr val="lt2">
              <a:lumOff val="0"/>
            </a:schemeClr>
          </a:solidFill>
          <a:ln w="0">
            <a:solidFill>
              <a:schemeClr val="dk1"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UI</a:t>
            </a:r>
            <a:endParaRPr lang="en-GB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1" name=""/>
          <p:cNvSpPr/>
          <p:nvPr/>
        </p:nvSpPr>
        <p:spPr>
          <a:xfrm>
            <a:off x="5400000" y="1980000"/>
            <a:ext cx="1620000" cy="540000"/>
          </a:xfrm>
          <a:prstGeom prst="flowChartAlternateProcess">
            <a:avLst/>
          </a:prstGeom>
          <a:solidFill>
            <a:schemeClr val="lt2">
              <a:lumOff val="0"/>
            </a:schemeClr>
          </a:solidFill>
          <a:ln w="0">
            <a:solidFill>
              <a:schemeClr val="dk1"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Poppins"/>
              </a:rPr>
              <a:t>UI</a:t>
            </a:r>
            <a:endParaRPr lang="en-GB" sz="1800" b="1" u="none" strike="noStrike">
              <a:solidFill>
                <a:srgbClr val="000000"/>
              </a:solidFill>
              <a:effectLst/>
              <a:uFillTx/>
              <a:latin typeface="Poppins"/>
            </a:endParaRPr>
          </a:p>
        </p:txBody>
      </p:sp>
      <p:sp>
        <p:nvSpPr>
          <p:cNvPr id="1092" name=""/>
          <p:cNvSpPr/>
          <p:nvPr/>
        </p:nvSpPr>
        <p:spPr>
          <a:xfrm>
            <a:off x="5400000" y="2880000"/>
            <a:ext cx="1620000" cy="540000"/>
          </a:xfrm>
          <a:prstGeom prst="flowChartAlternateProcess">
            <a:avLst/>
          </a:prstGeom>
          <a:solidFill>
            <a:schemeClr val="lt2">
              <a:lumOff val="0"/>
            </a:schemeClr>
          </a:solidFill>
          <a:ln w="0">
            <a:solidFill>
              <a:schemeClr val="dk1"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Poppins"/>
              </a:rPr>
              <a:t>Service</a:t>
            </a:r>
            <a:endParaRPr lang="en-GB" sz="1800" b="1" u="none" strike="noStrike">
              <a:solidFill>
                <a:srgbClr val="000000"/>
              </a:solidFill>
              <a:effectLst/>
              <a:uFillTx/>
              <a:latin typeface="Poppins"/>
            </a:endParaRPr>
          </a:p>
        </p:txBody>
      </p:sp>
      <p:sp>
        <p:nvSpPr>
          <p:cNvPr id="1093" name=""/>
          <p:cNvSpPr/>
          <p:nvPr/>
        </p:nvSpPr>
        <p:spPr>
          <a:xfrm>
            <a:off x="5400000" y="3780000"/>
            <a:ext cx="1620000" cy="540000"/>
          </a:xfrm>
          <a:prstGeom prst="flowChartAlternateProcess">
            <a:avLst/>
          </a:prstGeom>
          <a:solidFill>
            <a:schemeClr val="lt2">
              <a:lumOff val="0"/>
            </a:schemeClr>
          </a:solidFill>
          <a:ln w="0">
            <a:solidFill>
              <a:schemeClr val="dk1"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Poppins"/>
              </a:rPr>
              <a:t>DB</a:t>
            </a:r>
            <a:endParaRPr lang="en-GB" sz="1800" b="1" u="none" strike="noStrike">
              <a:solidFill>
                <a:srgbClr val="000000"/>
              </a:solidFill>
              <a:effectLst/>
              <a:uFillTx/>
              <a:latin typeface="Poppins"/>
            </a:endParaRPr>
          </a:p>
        </p:txBody>
      </p:sp>
      <p:sp>
        <p:nvSpPr>
          <p:cNvPr id="1094" name="Google Shape;2152;p 5"/>
          <p:cNvSpPr/>
          <p:nvPr/>
        </p:nvSpPr>
        <p:spPr>
          <a:xfrm>
            <a:off x="5370480" y="1381320"/>
            <a:ext cx="16498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15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Services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5" name=""/>
          <p:cNvSpPr/>
          <p:nvPr/>
        </p:nvSpPr>
        <p:spPr>
          <a:xfrm>
            <a:off x="5400360" y="1980000"/>
            <a:ext cx="1620000" cy="540000"/>
          </a:xfrm>
          <a:prstGeom prst="flowChartAlternateProcess">
            <a:avLst/>
          </a:prstGeom>
          <a:solidFill>
            <a:schemeClr val="lt2">
              <a:lumOff val="0"/>
            </a:schemeClr>
          </a:solidFill>
          <a:ln w="0">
            <a:solidFill>
              <a:schemeClr val="dk1"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UI</a:t>
            </a:r>
            <a:endParaRPr lang="en-GB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6" name=""/>
          <p:cNvSpPr/>
          <p:nvPr/>
        </p:nvSpPr>
        <p:spPr>
          <a:xfrm>
            <a:off x="5400360" y="1980000"/>
            <a:ext cx="1620000" cy="540000"/>
          </a:xfrm>
          <a:prstGeom prst="flowChartAlternateProcess">
            <a:avLst/>
          </a:prstGeom>
          <a:solidFill>
            <a:schemeClr val="lt2">
              <a:lumMod val="60000"/>
              <a:lumOff val="40000"/>
            </a:schemeClr>
          </a:solidFill>
          <a:ln w="0">
            <a:solidFill>
              <a:schemeClr val="dk1"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Poppins"/>
              </a:rPr>
              <a:t>Payment</a:t>
            </a:r>
            <a:endParaRPr lang="en-GB" sz="1800" b="1" u="none" strike="noStrike">
              <a:solidFill>
                <a:srgbClr val="000000"/>
              </a:solidFill>
              <a:effectLst/>
              <a:uFillTx/>
              <a:latin typeface="Poppins"/>
            </a:endParaRPr>
          </a:p>
        </p:txBody>
      </p:sp>
      <p:sp>
        <p:nvSpPr>
          <p:cNvPr id="1097" name=""/>
          <p:cNvSpPr/>
          <p:nvPr/>
        </p:nvSpPr>
        <p:spPr>
          <a:xfrm>
            <a:off x="5400360" y="2880000"/>
            <a:ext cx="1620000" cy="540000"/>
          </a:xfrm>
          <a:prstGeom prst="flowChartAlternateProcess">
            <a:avLst/>
          </a:prstGeom>
          <a:solidFill>
            <a:schemeClr val="lt2">
              <a:lumMod val="60000"/>
              <a:lumOff val="40000"/>
            </a:schemeClr>
          </a:solidFill>
          <a:ln w="0">
            <a:solidFill>
              <a:schemeClr val="dk1"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Poppins"/>
              </a:rPr>
              <a:t>Order</a:t>
            </a:r>
            <a:endParaRPr lang="en-GB" sz="1800" b="1" u="none" strike="noStrike">
              <a:solidFill>
                <a:srgbClr val="000000"/>
              </a:solidFill>
              <a:effectLst/>
              <a:uFillTx/>
              <a:latin typeface="Poppins"/>
            </a:endParaRPr>
          </a:p>
        </p:txBody>
      </p:sp>
      <p:sp>
        <p:nvSpPr>
          <p:cNvPr id="1098" name=""/>
          <p:cNvSpPr/>
          <p:nvPr/>
        </p:nvSpPr>
        <p:spPr>
          <a:xfrm>
            <a:off x="5400360" y="3780000"/>
            <a:ext cx="1620000" cy="540000"/>
          </a:xfrm>
          <a:prstGeom prst="flowChartAlternateProcess">
            <a:avLst/>
          </a:prstGeom>
          <a:solidFill>
            <a:schemeClr val="lt2">
              <a:lumMod val="60000"/>
              <a:lumOff val="40000"/>
            </a:schemeClr>
          </a:solidFill>
          <a:ln w="0">
            <a:solidFill>
              <a:schemeClr val="dk1"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Poppins"/>
              </a:rPr>
              <a:t>Account</a:t>
            </a:r>
            <a:endParaRPr lang="en-GB" sz="1800" b="1" u="none" strike="noStrike">
              <a:solidFill>
                <a:srgbClr val="000000"/>
              </a:solidFill>
              <a:effectLst/>
              <a:uFillTx/>
              <a:latin typeface="Poppins"/>
            </a:endParaRPr>
          </a:p>
        </p:txBody>
      </p:sp>
      <p:sp>
        <p:nvSpPr>
          <p:cNvPr id="1099" name=""/>
          <p:cNvSpPr/>
          <p:nvPr/>
        </p:nvSpPr>
        <p:spPr>
          <a:xfrm flipV="1">
            <a:off x="2880000" y="1440000"/>
            <a:ext cx="1980000" cy="1440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0" name=""/>
          <p:cNvSpPr/>
          <p:nvPr/>
        </p:nvSpPr>
        <p:spPr>
          <a:xfrm>
            <a:off x="2880000" y="3420000"/>
            <a:ext cx="1980000" cy="1440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Test Driven Development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2" name=""/>
          <p:cNvPicPr/>
          <p:nvPr/>
        </p:nvPicPr>
        <p:blipFill>
          <a:blip r:embed="rId1"/>
          <a:stretch/>
        </p:blipFill>
        <p:spPr>
          <a:xfrm>
            <a:off x="1992960" y="1074600"/>
            <a:ext cx="5158080" cy="342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3" name="Google Shape;1485;p 1"/>
          <p:cNvGrpSpPr/>
          <p:nvPr/>
        </p:nvGrpSpPr>
        <p:grpSpPr>
          <a:xfrm>
            <a:off x="-374400" y="3354480"/>
            <a:ext cx="3922200" cy="2969640"/>
            <a:chOff x="-374400" y="3354480"/>
            <a:chExt cx="3922200" cy="2969640"/>
          </a:xfrm>
        </p:grpSpPr>
        <p:pic>
          <p:nvPicPr>
            <p:cNvPr id="1104" name="Google Shape;1486;p 5"/>
            <p:cNvPicPr/>
            <p:nvPr/>
          </p:nvPicPr>
          <p:blipFill>
            <a:blip r:embed="rId1"/>
            <a:stretch/>
          </p:blipFill>
          <p:spPr>
            <a:xfrm>
              <a:off x="-374400" y="3354480"/>
              <a:ext cx="3890880" cy="29696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105" name="Google Shape;1487;p 5"/>
            <p:cNvGrpSpPr/>
            <p:nvPr/>
          </p:nvGrpSpPr>
          <p:grpSpPr>
            <a:xfrm>
              <a:off x="1853640" y="4445640"/>
              <a:ext cx="1694160" cy="1359720"/>
              <a:chOff x="1853640" y="4445640"/>
              <a:chExt cx="1694160" cy="1359720"/>
            </a:xfrm>
          </p:grpSpPr>
          <p:sp>
            <p:nvSpPr>
              <p:cNvPr id="1106" name="Google Shape;1488;p 5"/>
              <p:cNvSpPr/>
              <p:nvPr/>
            </p:nvSpPr>
            <p:spPr>
              <a:xfrm>
                <a:off x="2287440" y="4713840"/>
                <a:ext cx="1260360" cy="1091520"/>
              </a:xfrm>
              <a:custGeom>
                <a:avLst/>
                <a:gdLst>
                  <a:gd name="textAreaLeft" fmla="*/ 0 w 1260360"/>
                  <a:gd name="textAreaRight" fmla="*/ 1260720 w 1260360"/>
                  <a:gd name="textAreaTop" fmla="*/ 0 h 1091520"/>
                  <a:gd name="textAreaBottom" fmla="*/ 1091880 h 10915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7" name="Google Shape;1489;p 5"/>
              <p:cNvSpPr/>
              <p:nvPr/>
            </p:nvSpPr>
            <p:spPr>
              <a:xfrm>
                <a:off x="2264040" y="4445640"/>
                <a:ext cx="900360" cy="779760"/>
              </a:xfrm>
              <a:custGeom>
                <a:avLst/>
                <a:gdLst>
                  <a:gd name="textAreaLeft" fmla="*/ 0 w 900360"/>
                  <a:gd name="textAreaRight" fmla="*/ 900720 w 900360"/>
                  <a:gd name="textAreaTop" fmla="*/ 0 h 779760"/>
                  <a:gd name="textAreaBottom" fmla="*/ 780120 h 779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8" name="Google Shape;1490;p 5"/>
              <p:cNvSpPr/>
              <p:nvPr/>
            </p:nvSpPr>
            <p:spPr>
              <a:xfrm>
                <a:off x="1853640" y="4713840"/>
                <a:ext cx="900360" cy="779760"/>
              </a:xfrm>
              <a:custGeom>
                <a:avLst/>
                <a:gdLst>
                  <a:gd name="textAreaLeft" fmla="*/ 0 w 900360"/>
                  <a:gd name="textAreaRight" fmla="*/ 900720 w 900360"/>
                  <a:gd name="textAreaTop" fmla="*/ 0 h 779760"/>
                  <a:gd name="textAreaBottom" fmla="*/ 780120 h 779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09" name="PlaceHolder 1"/>
          <p:cNvSpPr>
            <a:spLocks noGrp="1"/>
          </p:cNvSpPr>
          <p:nvPr>
            <p:ph type="title"/>
          </p:nvPr>
        </p:nvSpPr>
        <p:spPr>
          <a:xfrm>
            <a:off x="720000" y="2079360"/>
            <a:ext cx="559764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000" b="1" u="none" strike="noStrik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Software Entropy</a:t>
            </a:r>
            <a:endParaRPr lang="en-GB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10" name="Google Shape;1492;p 5"/>
          <p:cNvGrpSpPr/>
          <p:nvPr/>
        </p:nvGrpSpPr>
        <p:grpSpPr>
          <a:xfrm>
            <a:off x="6487560" y="-1301040"/>
            <a:ext cx="4267800" cy="6665400"/>
            <a:chOff x="6487560" y="-1301040"/>
            <a:chExt cx="4267800" cy="6665400"/>
          </a:xfrm>
        </p:grpSpPr>
        <p:sp>
          <p:nvSpPr>
            <p:cNvPr id="1111" name="Google Shape;1493;p 5"/>
            <p:cNvSpPr/>
            <p:nvPr/>
          </p:nvSpPr>
          <p:spPr>
            <a:xfrm>
              <a:off x="6727680" y="103320"/>
              <a:ext cx="4006080" cy="4748760"/>
            </a:xfrm>
            <a:custGeom>
              <a:avLst/>
              <a:gdLst>
                <a:gd name="textAreaLeft" fmla="*/ 0 w 4006080"/>
                <a:gd name="textAreaRight" fmla="*/ 4006440 w 4006080"/>
                <a:gd name="textAreaTop" fmla="*/ 0 h 4748760"/>
                <a:gd name="textAreaBottom" fmla="*/ 4749120 h 474876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2" name="Google Shape;1494;p 5"/>
            <p:cNvSpPr/>
            <p:nvPr/>
          </p:nvSpPr>
          <p:spPr>
            <a:xfrm>
              <a:off x="7070400" y="81360"/>
              <a:ext cx="2925000" cy="3057480"/>
            </a:xfrm>
            <a:custGeom>
              <a:avLst/>
              <a:gdLst>
                <a:gd name="textAreaLeft" fmla="*/ 0 w 2925000"/>
                <a:gd name="textAreaRight" fmla="*/ 292536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3" name="Google Shape;1495;p 5"/>
            <p:cNvSpPr/>
            <p:nvPr/>
          </p:nvSpPr>
          <p:spPr>
            <a:xfrm>
              <a:off x="7602480" y="24552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4" name="Google Shape;1496;p 5"/>
            <p:cNvSpPr/>
            <p:nvPr/>
          </p:nvSpPr>
          <p:spPr>
            <a:xfrm>
              <a:off x="7235280" y="622440"/>
              <a:ext cx="1860120" cy="4595040"/>
            </a:xfrm>
            <a:custGeom>
              <a:avLst/>
              <a:gdLst>
                <a:gd name="textAreaLeft" fmla="*/ 0 w 1860120"/>
                <a:gd name="textAreaRight" fmla="*/ 1860480 w 1860120"/>
                <a:gd name="textAreaTop" fmla="*/ 0 h 4595040"/>
                <a:gd name="textAreaBottom" fmla="*/ 4595400 h 45950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5" name="Google Shape;1497;p 5"/>
            <p:cNvSpPr/>
            <p:nvPr/>
          </p:nvSpPr>
          <p:spPr>
            <a:xfrm>
              <a:off x="6933240" y="621360"/>
              <a:ext cx="1860120" cy="4595040"/>
            </a:xfrm>
            <a:custGeom>
              <a:avLst/>
              <a:gdLst>
                <a:gd name="textAreaLeft" fmla="*/ 0 w 1860120"/>
                <a:gd name="textAreaRight" fmla="*/ 1860480 w 1860120"/>
                <a:gd name="textAreaTop" fmla="*/ 0 h 4595040"/>
                <a:gd name="textAreaBottom" fmla="*/ 4595400 h 45950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116" name="Google Shape;1498;p 5"/>
            <p:cNvPicPr/>
            <p:nvPr/>
          </p:nvPicPr>
          <p:blipFill>
            <a:blip r:embed="rId2"/>
            <a:stretch/>
          </p:blipFill>
          <p:spPr>
            <a:xfrm>
              <a:off x="6487560" y="-1301040"/>
              <a:ext cx="4198320" cy="32040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117" name="Google Shape;1499;p 5"/>
            <p:cNvGrpSpPr/>
            <p:nvPr/>
          </p:nvGrpSpPr>
          <p:grpSpPr>
            <a:xfrm>
              <a:off x="8232840" y="4254480"/>
              <a:ext cx="708120" cy="707760"/>
              <a:chOff x="8232840" y="4254480"/>
              <a:chExt cx="708120" cy="707760"/>
            </a:xfrm>
          </p:grpSpPr>
          <p:sp>
            <p:nvSpPr>
              <p:cNvPr id="1118" name="Google Shape;1500;p 5"/>
              <p:cNvSpPr/>
              <p:nvPr/>
            </p:nvSpPr>
            <p:spPr>
              <a:xfrm rot="5400000">
                <a:off x="8691480" y="425448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9" name="Google Shape;1501;p 5"/>
              <p:cNvSpPr/>
              <p:nvPr/>
            </p:nvSpPr>
            <p:spPr>
              <a:xfrm rot="5400000">
                <a:off x="8615160" y="433080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0" name="Google Shape;1502;p 5"/>
              <p:cNvSpPr/>
              <p:nvPr/>
            </p:nvSpPr>
            <p:spPr>
              <a:xfrm rot="5400000">
                <a:off x="8538840" y="440712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1" name="Google Shape;1503;p 5"/>
              <p:cNvSpPr/>
              <p:nvPr/>
            </p:nvSpPr>
            <p:spPr>
              <a:xfrm rot="5400000">
                <a:off x="8462160" y="4483440"/>
                <a:ext cx="249480" cy="24912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2" name="Google Shape;1504;p 5"/>
              <p:cNvSpPr/>
              <p:nvPr/>
            </p:nvSpPr>
            <p:spPr>
              <a:xfrm rot="5400000">
                <a:off x="8385840" y="456012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3" name="Google Shape;1505;p 5"/>
              <p:cNvSpPr/>
              <p:nvPr/>
            </p:nvSpPr>
            <p:spPr>
              <a:xfrm rot="5400000">
                <a:off x="8309520" y="463680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480 w 249120"/>
                  <a:gd name="textAreaTop" fmla="*/ 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4" name="Google Shape;1506;p 5"/>
              <p:cNvSpPr/>
              <p:nvPr/>
            </p:nvSpPr>
            <p:spPr>
              <a:xfrm rot="5400000">
                <a:off x="8232840" y="471276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25" name="Google Shape;1507;p 5"/>
            <p:cNvGrpSpPr/>
            <p:nvPr/>
          </p:nvGrpSpPr>
          <p:grpSpPr>
            <a:xfrm>
              <a:off x="8999280" y="3354480"/>
              <a:ext cx="457920" cy="457200"/>
              <a:chOff x="8999280" y="3354480"/>
              <a:chExt cx="457920" cy="457200"/>
            </a:xfrm>
          </p:grpSpPr>
          <p:sp>
            <p:nvSpPr>
              <p:cNvPr id="1126" name="Google Shape;1508;p 5"/>
              <p:cNvSpPr/>
              <p:nvPr/>
            </p:nvSpPr>
            <p:spPr>
              <a:xfrm rot="5400000">
                <a:off x="9295920" y="335448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7" name="Google Shape;1509;p 5"/>
              <p:cNvSpPr/>
              <p:nvPr/>
            </p:nvSpPr>
            <p:spPr>
              <a:xfrm rot="5400000">
                <a:off x="9246600" y="340344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8" name="Google Shape;1510;p 5"/>
              <p:cNvSpPr/>
              <p:nvPr/>
            </p:nvSpPr>
            <p:spPr>
              <a:xfrm rot="5400000">
                <a:off x="9197280" y="345312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9" name="Google Shape;1511;p 5"/>
              <p:cNvSpPr/>
              <p:nvPr/>
            </p:nvSpPr>
            <p:spPr>
              <a:xfrm rot="5400000">
                <a:off x="9147600" y="3502440"/>
                <a:ext cx="161280" cy="16092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0920"/>
                  <a:gd name="textAreaBottom" fmla="*/ 161280 h 16092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0" name="Google Shape;1512;p 5"/>
              <p:cNvSpPr/>
              <p:nvPr/>
            </p:nvSpPr>
            <p:spPr>
              <a:xfrm rot="5400000">
                <a:off x="9098280" y="355176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1" name="Google Shape;1513;p 5"/>
              <p:cNvSpPr/>
              <p:nvPr/>
            </p:nvSpPr>
            <p:spPr>
              <a:xfrm rot="5400000">
                <a:off x="9048960" y="360144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280 w 160920"/>
                  <a:gd name="textAreaTop" fmla="*/ 0 h 160920"/>
                  <a:gd name="textAreaBottom" fmla="*/ 161280 h 16092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2" name="Google Shape;1514;p 5"/>
              <p:cNvSpPr/>
              <p:nvPr/>
            </p:nvSpPr>
            <p:spPr>
              <a:xfrm rot="5400000">
                <a:off x="8999280" y="365040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33" name="Google Shape;1515;p 5"/>
            <p:cNvGrpSpPr/>
            <p:nvPr/>
          </p:nvGrpSpPr>
          <p:grpSpPr>
            <a:xfrm>
              <a:off x="8146800" y="539640"/>
              <a:ext cx="207720" cy="207720"/>
              <a:chOff x="8146800" y="539640"/>
              <a:chExt cx="207720" cy="207720"/>
            </a:xfrm>
          </p:grpSpPr>
          <p:sp>
            <p:nvSpPr>
              <p:cNvPr id="1134" name="Google Shape;1516;p 5"/>
              <p:cNvSpPr/>
              <p:nvPr/>
            </p:nvSpPr>
            <p:spPr>
              <a:xfrm>
                <a:off x="8146800" y="539640"/>
                <a:ext cx="207720" cy="20772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3440" bIns="73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5" name="Google Shape;1517;p 5"/>
              <p:cNvSpPr/>
              <p:nvPr/>
            </p:nvSpPr>
            <p:spPr>
              <a:xfrm>
                <a:off x="8175960" y="568800"/>
                <a:ext cx="149040" cy="14904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920" bIns="5292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36" name="Google Shape;1518;p 5"/>
            <p:cNvGrpSpPr/>
            <p:nvPr/>
          </p:nvGrpSpPr>
          <p:grpSpPr>
            <a:xfrm>
              <a:off x="7554240" y="2467800"/>
              <a:ext cx="207720" cy="207720"/>
              <a:chOff x="7554240" y="2467800"/>
              <a:chExt cx="207720" cy="207720"/>
            </a:xfrm>
          </p:grpSpPr>
          <p:sp>
            <p:nvSpPr>
              <p:cNvPr id="1137" name="Google Shape;1519;p 5"/>
              <p:cNvSpPr/>
              <p:nvPr/>
            </p:nvSpPr>
            <p:spPr>
              <a:xfrm>
                <a:off x="7554240" y="2467800"/>
                <a:ext cx="207720" cy="20772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3440" bIns="73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8" name="Google Shape;1520;p 5"/>
              <p:cNvSpPr/>
              <p:nvPr/>
            </p:nvSpPr>
            <p:spPr>
              <a:xfrm>
                <a:off x="7583760" y="2496960"/>
                <a:ext cx="149040" cy="14904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920" bIns="5292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39" name="Google Shape;1521;p 5"/>
            <p:cNvSpPr/>
            <p:nvPr/>
          </p:nvSpPr>
          <p:spPr>
            <a:xfrm>
              <a:off x="7454520" y="4164120"/>
              <a:ext cx="147600" cy="147600"/>
            </a:xfrm>
            <a:prstGeom prst="ellipse">
              <a:avLst/>
            </a:pr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2200" bIns="5220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140" name=""/>
          <p:cNvPicPr/>
          <p:nvPr/>
        </p:nvPicPr>
        <p:blipFill>
          <a:blip r:embed="rId3"/>
          <a:stretch/>
        </p:blipFill>
        <p:spPr>
          <a:xfrm>
            <a:off x="4325400" y="984600"/>
            <a:ext cx="4467960" cy="297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1" name=""/>
          <p:cNvPicPr/>
          <p:nvPr/>
        </p:nvPicPr>
        <p:blipFill>
          <a:blip r:embed="rId1"/>
          <a:stretch/>
        </p:blipFill>
        <p:spPr>
          <a:xfrm>
            <a:off x="-883800" y="-473760"/>
            <a:ext cx="10323360" cy="5630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42" name="Google Shape;2026;p50"/>
          <p:cNvGrpSpPr/>
          <p:nvPr/>
        </p:nvGrpSpPr>
        <p:grpSpPr>
          <a:xfrm>
            <a:off x="6807240" y="2912400"/>
            <a:ext cx="3920040" cy="3531240"/>
            <a:chOff x="6807240" y="2912400"/>
            <a:chExt cx="3920040" cy="3531240"/>
          </a:xfrm>
        </p:grpSpPr>
        <p:pic>
          <p:nvPicPr>
            <p:cNvPr id="1143" name="Google Shape;2027;p50"/>
            <p:cNvPicPr/>
            <p:nvPr/>
          </p:nvPicPr>
          <p:blipFill>
            <a:blip r:embed="rId2"/>
            <a:stretch/>
          </p:blipFill>
          <p:spPr>
            <a:xfrm>
              <a:off x="6807240" y="2912400"/>
              <a:ext cx="3920040" cy="3531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44" name="Google Shape;2028;p50"/>
            <p:cNvSpPr/>
            <p:nvPr/>
          </p:nvSpPr>
          <p:spPr>
            <a:xfrm rot="10800000">
              <a:off x="7638840" y="29876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D6CAED"/>
                </a:gs>
                <a:gs pos="40000">
                  <a:srgbClr val="E1D7F3">
                    <a:alpha val="41000"/>
                  </a:srgbClr>
                </a:gs>
                <a:gs pos="100000">
                  <a:srgbClr val="EFE8FA">
                    <a:alpha val="0"/>
                  </a:srgbClr>
                </a:gs>
              </a:gsLst>
              <a:lin ang="162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5" name="Google Shape;2029;p50"/>
            <p:cNvGrpSpPr/>
            <p:nvPr/>
          </p:nvGrpSpPr>
          <p:grpSpPr>
            <a:xfrm>
              <a:off x="7441560" y="3765960"/>
              <a:ext cx="581760" cy="582120"/>
              <a:chOff x="7441560" y="3765960"/>
              <a:chExt cx="581760" cy="582120"/>
            </a:xfrm>
          </p:grpSpPr>
          <p:sp>
            <p:nvSpPr>
              <p:cNvPr id="1146" name="Google Shape;2030;p50"/>
              <p:cNvSpPr/>
              <p:nvPr/>
            </p:nvSpPr>
            <p:spPr>
              <a:xfrm>
                <a:off x="7441560" y="422496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7" name="Google Shape;2031;p50"/>
              <p:cNvSpPr/>
              <p:nvPr/>
            </p:nvSpPr>
            <p:spPr>
              <a:xfrm>
                <a:off x="7517520" y="414864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920" bIns="6192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8" name="Google Shape;2032;p50"/>
              <p:cNvSpPr/>
              <p:nvPr/>
            </p:nvSpPr>
            <p:spPr>
              <a:xfrm>
                <a:off x="7594200" y="407232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9" name="Google Shape;2033;p50"/>
              <p:cNvSpPr/>
              <p:nvPr/>
            </p:nvSpPr>
            <p:spPr>
              <a:xfrm>
                <a:off x="7670160" y="399564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0" name="Google Shape;2034;p50"/>
              <p:cNvSpPr/>
              <p:nvPr/>
            </p:nvSpPr>
            <p:spPr>
              <a:xfrm>
                <a:off x="7747200" y="391968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1" name="Google Shape;2035;p50"/>
              <p:cNvSpPr/>
              <p:nvPr/>
            </p:nvSpPr>
            <p:spPr>
              <a:xfrm>
                <a:off x="7823520" y="384300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2" name="Google Shape;2036;p50"/>
              <p:cNvSpPr/>
              <p:nvPr/>
            </p:nvSpPr>
            <p:spPr>
              <a:xfrm>
                <a:off x="7900200" y="376596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920" bIns="6192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53" name="Google Shape;2037;p50"/>
            <p:cNvGrpSpPr/>
            <p:nvPr/>
          </p:nvGrpSpPr>
          <p:grpSpPr>
            <a:xfrm>
              <a:off x="8193960" y="3824280"/>
              <a:ext cx="133560" cy="133560"/>
              <a:chOff x="8193960" y="3824280"/>
              <a:chExt cx="133560" cy="133560"/>
            </a:xfrm>
          </p:grpSpPr>
          <p:sp>
            <p:nvSpPr>
              <p:cNvPr id="1154" name="Google Shape;2038;p50"/>
              <p:cNvSpPr/>
              <p:nvPr/>
            </p:nvSpPr>
            <p:spPr>
              <a:xfrm>
                <a:off x="8193960" y="3824280"/>
                <a:ext cx="133560" cy="13356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5" name="Google Shape;2039;p50"/>
              <p:cNvSpPr/>
              <p:nvPr/>
            </p:nvSpPr>
            <p:spPr>
              <a:xfrm>
                <a:off x="8213040" y="384300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56" name="Google Shape;2040;p50"/>
            <p:cNvGrpSpPr/>
            <p:nvPr/>
          </p:nvGrpSpPr>
          <p:grpSpPr>
            <a:xfrm>
              <a:off x="8279640" y="4297320"/>
              <a:ext cx="133560" cy="133560"/>
              <a:chOff x="8279640" y="4297320"/>
              <a:chExt cx="133560" cy="133560"/>
            </a:xfrm>
          </p:grpSpPr>
          <p:sp>
            <p:nvSpPr>
              <p:cNvPr id="1157" name="Google Shape;2041;p50"/>
              <p:cNvSpPr/>
              <p:nvPr/>
            </p:nvSpPr>
            <p:spPr>
              <a:xfrm>
                <a:off x="8279640" y="4297320"/>
                <a:ext cx="133560" cy="13356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8" name="Google Shape;2042;p50"/>
              <p:cNvSpPr/>
              <p:nvPr/>
            </p:nvSpPr>
            <p:spPr>
              <a:xfrm>
                <a:off x="8298720" y="431640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59" name="Google Shape;2043;p50"/>
            <p:cNvSpPr/>
            <p:nvPr/>
          </p:nvSpPr>
          <p:spPr>
            <a:xfrm>
              <a:off x="8608320" y="2988000"/>
              <a:ext cx="480600" cy="475560"/>
            </a:xfrm>
            <a:custGeom>
              <a:avLst/>
              <a:gdLst>
                <a:gd name="textAreaLeft" fmla="*/ 0 w 480600"/>
                <a:gd name="textAreaRight" fmla="*/ 480960 w 480600"/>
                <a:gd name="textAreaTop" fmla="*/ 0 h 475560"/>
                <a:gd name="textAreaBottom" fmla="*/ 475920 h 47556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60" name="Google Shape;2044;p50"/>
            <p:cNvGrpSpPr/>
            <p:nvPr/>
          </p:nvGrpSpPr>
          <p:grpSpPr>
            <a:xfrm>
              <a:off x="8498880" y="3538800"/>
              <a:ext cx="699480" cy="1650960"/>
              <a:chOff x="8498880" y="3538800"/>
              <a:chExt cx="699480" cy="1650960"/>
            </a:xfrm>
          </p:grpSpPr>
          <p:sp>
            <p:nvSpPr>
              <p:cNvPr id="1161" name="Google Shape;2045;p50"/>
              <p:cNvSpPr/>
              <p:nvPr/>
            </p:nvSpPr>
            <p:spPr>
              <a:xfrm>
                <a:off x="8498880" y="353880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2" name="Google Shape;2046;p50"/>
              <p:cNvSpPr/>
              <p:nvPr/>
            </p:nvSpPr>
            <p:spPr>
              <a:xfrm>
                <a:off x="8859240" y="396324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3" name="Google Shape;2047;p50"/>
              <p:cNvSpPr/>
              <p:nvPr/>
            </p:nvSpPr>
            <p:spPr>
              <a:xfrm>
                <a:off x="8951760" y="387000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64" name="Google Shape;2048;p50"/>
            <p:cNvGrpSpPr/>
            <p:nvPr/>
          </p:nvGrpSpPr>
          <p:grpSpPr>
            <a:xfrm>
              <a:off x="8267760" y="4417560"/>
              <a:ext cx="1161720" cy="932400"/>
              <a:chOff x="8267760" y="4417560"/>
              <a:chExt cx="1161720" cy="932400"/>
            </a:xfrm>
          </p:grpSpPr>
          <p:sp>
            <p:nvSpPr>
              <p:cNvPr id="1165" name="Google Shape;2049;p50"/>
              <p:cNvSpPr/>
              <p:nvPr/>
            </p:nvSpPr>
            <p:spPr>
              <a:xfrm>
                <a:off x="8565120" y="4601520"/>
                <a:ext cx="864360" cy="748440"/>
              </a:xfrm>
              <a:custGeom>
                <a:avLst/>
                <a:gdLst>
                  <a:gd name="textAreaLeft" fmla="*/ 0 w 864360"/>
                  <a:gd name="textAreaRight" fmla="*/ 864720 w 864360"/>
                  <a:gd name="textAreaTop" fmla="*/ 0 h 748440"/>
                  <a:gd name="textAreaBottom" fmla="*/ 748800 h 74844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6" name="Google Shape;2050;p50"/>
              <p:cNvSpPr/>
              <p:nvPr/>
            </p:nvSpPr>
            <p:spPr>
              <a:xfrm>
                <a:off x="8549280" y="4417560"/>
                <a:ext cx="617400" cy="534600"/>
              </a:xfrm>
              <a:custGeom>
                <a:avLst/>
                <a:gdLst>
                  <a:gd name="textAreaLeft" fmla="*/ 0 w 617400"/>
                  <a:gd name="textAreaRight" fmla="*/ 617760 w 617400"/>
                  <a:gd name="textAreaTop" fmla="*/ 0 h 534600"/>
                  <a:gd name="textAreaBottom" fmla="*/ 534960 h 5346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7" name="Google Shape;2051;p50"/>
              <p:cNvSpPr/>
              <p:nvPr/>
            </p:nvSpPr>
            <p:spPr>
              <a:xfrm>
                <a:off x="8267760" y="4601520"/>
                <a:ext cx="617400" cy="534600"/>
              </a:xfrm>
              <a:custGeom>
                <a:avLst/>
                <a:gdLst>
                  <a:gd name="textAreaLeft" fmla="*/ 0 w 617400"/>
                  <a:gd name="textAreaRight" fmla="*/ 617760 w 617400"/>
                  <a:gd name="textAreaTop" fmla="*/ 0 h 534600"/>
                  <a:gd name="textAreaBottom" fmla="*/ 534960 h 5346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68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2880000" cy="10803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600" b="1" u="none" strike="noStrik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Best Practice and AI</a:t>
            </a:r>
            <a:endParaRPr lang="en-GB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69" name="Google Shape;2053;p50"/>
          <p:cNvGrpSpPr/>
          <p:nvPr/>
        </p:nvGrpSpPr>
        <p:grpSpPr>
          <a:xfrm>
            <a:off x="-1178280" y="-783360"/>
            <a:ext cx="2583720" cy="5008680"/>
            <a:chOff x="-1178280" y="-783360"/>
            <a:chExt cx="2583720" cy="5008680"/>
          </a:xfrm>
        </p:grpSpPr>
        <p:sp>
          <p:nvSpPr>
            <p:cNvPr id="1170" name="Google Shape;2054;p50"/>
            <p:cNvSpPr/>
            <p:nvPr/>
          </p:nvSpPr>
          <p:spPr>
            <a:xfrm>
              <a:off x="-531000" y="-783360"/>
              <a:ext cx="1831680" cy="2973600"/>
            </a:xfrm>
            <a:custGeom>
              <a:avLst/>
              <a:gdLst>
                <a:gd name="textAreaLeft" fmla="*/ 0 w 1831680"/>
                <a:gd name="textAreaRight" fmla="*/ 1832040 w 1831680"/>
                <a:gd name="textAreaTop" fmla="*/ 0 h 2973600"/>
                <a:gd name="textAreaBottom" fmla="*/ 2973960 h 297360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1" name="Google Shape;2055;p50"/>
            <p:cNvSpPr/>
            <p:nvPr/>
          </p:nvSpPr>
          <p:spPr>
            <a:xfrm rot="10800000">
              <a:off x="-1177920" y="1251720"/>
              <a:ext cx="1831680" cy="2973600"/>
            </a:xfrm>
            <a:custGeom>
              <a:avLst/>
              <a:gdLst>
                <a:gd name="textAreaLeft" fmla="*/ 0 w 1831680"/>
                <a:gd name="textAreaRight" fmla="*/ 1832040 w 1831680"/>
                <a:gd name="textAreaTop" fmla="*/ 0 h 2973600"/>
                <a:gd name="textAreaBottom" fmla="*/ 2973960 h 297360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B8F1FF"/>
                </a:gs>
                <a:gs pos="100000">
                  <a:srgbClr val="E2FBFF"/>
                </a:gs>
              </a:gsLst>
              <a:lin ang="162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2" name="Google Shape;2056;p50"/>
            <p:cNvGrpSpPr/>
            <p:nvPr/>
          </p:nvGrpSpPr>
          <p:grpSpPr>
            <a:xfrm>
              <a:off x="-249840" y="105480"/>
              <a:ext cx="1269360" cy="867600"/>
              <a:chOff x="-249840" y="105480"/>
              <a:chExt cx="1269360" cy="867600"/>
            </a:xfrm>
          </p:grpSpPr>
          <p:grpSp>
            <p:nvGrpSpPr>
              <p:cNvPr id="1173" name="Google Shape;2057;p50"/>
              <p:cNvGrpSpPr/>
              <p:nvPr/>
            </p:nvGrpSpPr>
            <p:grpSpPr>
              <a:xfrm>
                <a:off x="-249840" y="105480"/>
                <a:ext cx="867600" cy="867600"/>
                <a:chOff x="-249840" y="105480"/>
                <a:chExt cx="867600" cy="867600"/>
              </a:xfrm>
            </p:grpSpPr>
            <p:sp>
              <p:nvSpPr>
                <p:cNvPr id="1174" name="Google Shape;2058;p50"/>
                <p:cNvSpPr/>
                <p:nvPr/>
              </p:nvSpPr>
              <p:spPr>
                <a:xfrm rot="2700000">
                  <a:off x="-129240" y="239040"/>
                  <a:ext cx="626760" cy="600120"/>
                </a:xfrm>
                <a:custGeom>
                  <a:avLst/>
                  <a:gdLst>
                    <a:gd name="textAreaLeft" fmla="*/ 0 w 626760"/>
                    <a:gd name="textAreaRight" fmla="*/ 627120 w 626760"/>
                    <a:gd name="textAreaTop" fmla="*/ 0 h 600120"/>
                    <a:gd name="textAreaBottom" fmla="*/ 600480 h 6001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1175" name="Google Shape;2059;p50"/>
                <p:cNvGrpSpPr/>
                <p:nvPr/>
              </p:nvGrpSpPr>
              <p:grpSpPr>
                <a:xfrm>
                  <a:off x="-168840" y="288360"/>
                  <a:ext cx="703440" cy="405360"/>
                  <a:chOff x="-168840" y="288360"/>
                  <a:chExt cx="703440" cy="405360"/>
                </a:xfrm>
              </p:grpSpPr>
              <p:sp>
                <p:nvSpPr>
                  <p:cNvPr id="1176" name="Google Shape;2060;p50"/>
                  <p:cNvSpPr/>
                  <p:nvPr/>
                </p:nvSpPr>
                <p:spPr>
                  <a:xfrm rot="2700000">
                    <a:off x="-109440" y="347400"/>
                    <a:ext cx="286560" cy="286560"/>
                  </a:xfrm>
                  <a:custGeom>
                    <a:avLst/>
                    <a:gdLst>
                      <a:gd name="textAreaLeft" fmla="*/ 0 w 286560"/>
                      <a:gd name="textAreaRight" fmla="*/ 286920 w 286560"/>
                      <a:gd name="textAreaTop" fmla="*/ 0 h 286560"/>
                      <a:gd name="textAreaBottom" fmla="*/ 286920 h 286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177" name="Google Shape;2061;p50"/>
                  <p:cNvSpPr/>
                  <p:nvPr/>
                </p:nvSpPr>
                <p:spPr>
                  <a:xfrm rot="2700000">
                    <a:off x="-34920" y="347400"/>
                    <a:ext cx="286560" cy="286560"/>
                  </a:xfrm>
                  <a:custGeom>
                    <a:avLst/>
                    <a:gdLst>
                      <a:gd name="textAreaLeft" fmla="*/ 0 w 286560"/>
                      <a:gd name="textAreaRight" fmla="*/ 286920 w 286560"/>
                      <a:gd name="textAreaTop" fmla="*/ 0 h 286560"/>
                      <a:gd name="textAreaBottom" fmla="*/ 286920 h 286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178" name="Google Shape;2062;p50"/>
                  <p:cNvSpPr/>
                  <p:nvPr/>
                </p:nvSpPr>
                <p:spPr>
                  <a:xfrm rot="2700000">
                    <a:off x="39600" y="347400"/>
                    <a:ext cx="286560" cy="286560"/>
                  </a:xfrm>
                  <a:custGeom>
                    <a:avLst/>
                    <a:gdLst>
                      <a:gd name="textAreaLeft" fmla="*/ 0 w 286560"/>
                      <a:gd name="textAreaRight" fmla="*/ 286920 w 286560"/>
                      <a:gd name="textAreaTop" fmla="*/ 0 h 286560"/>
                      <a:gd name="textAreaBottom" fmla="*/ 286920 h 286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179" name="Google Shape;2063;p50"/>
                  <p:cNvSpPr/>
                  <p:nvPr/>
                </p:nvSpPr>
                <p:spPr>
                  <a:xfrm rot="2700000">
                    <a:off x="113760" y="347400"/>
                    <a:ext cx="286560" cy="286560"/>
                  </a:xfrm>
                  <a:custGeom>
                    <a:avLst/>
                    <a:gdLst>
                      <a:gd name="textAreaLeft" fmla="*/ 0 w 286560"/>
                      <a:gd name="textAreaRight" fmla="*/ 286920 w 286560"/>
                      <a:gd name="textAreaTop" fmla="*/ 0 h 286560"/>
                      <a:gd name="textAreaBottom" fmla="*/ 286920 h 286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180" name="Google Shape;2064;p50"/>
                  <p:cNvSpPr/>
                  <p:nvPr/>
                </p:nvSpPr>
                <p:spPr>
                  <a:xfrm rot="2700000">
                    <a:off x="188280" y="347400"/>
                    <a:ext cx="286560" cy="286560"/>
                  </a:xfrm>
                  <a:custGeom>
                    <a:avLst/>
                    <a:gdLst>
                      <a:gd name="textAreaLeft" fmla="*/ 0 w 286560"/>
                      <a:gd name="textAreaRight" fmla="*/ 286920 w 286560"/>
                      <a:gd name="textAreaTop" fmla="*/ 0 h 286560"/>
                      <a:gd name="textAreaBottom" fmla="*/ 286920 h 286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sp>
            <p:nvSpPr>
              <p:cNvPr id="1181" name="Google Shape;2065;p50"/>
              <p:cNvSpPr/>
              <p:nvPr/>
            </p:nvSpPr>
            <p:spPr>
              <a:xfrm rot="18900000">
                <a:off x="351360" y="249120"/>
                <a:ext cx="588960" cy="468000"/>
              </a:xfrm>
              <a:custGeom>
                <a:avLst/>
                <a:gdLst>
                  <a:gd name="textAreaLeft" fmla="*/ 0 w 588960"/>
                  <a:gd name="textAreaRight" fmla="*/ 589320 w 588960"/>
                  <a:gd name="textAreaTop" fmla="*/ 0 h 468000"/>
                  <a:gd name="textAreaBottom" fmla="*/ 468360 h 4680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82" name="Google Shape;2066;p50"/>
            <p:cNvGrpSpPr/>
            <p:nvPr/>
          </p:nvGrpSpPr>
          <p:grpSpPr>
            <a:xfrm>
              <a:off x="966600" y="-246960"/>
              <a:ext cx="438840" cy="438840"/>
              <a:chOff x="966600" y="-246960"/>
              <a:chExt cx="438840" cy="438840"/>
            </a:xfrm>
          </p:grpSpPr>
          <p:sp>
            <p:nvSpPr>
              <p:cNvPr id="1183" name="Google Shape;2067;p50"/>
              <p:cNvSpPr/>
              <p:nvPr/>
            </p:nvSpPr>
            <p:spPr>
              <a:xfrm rot="5400000">
                <a:off x="966600" y="-24696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4" name="Google Shape;2068;p50"/>
              <p:cNvSpPr/>
              <p:nvPr/>
            </p:nvSpPr>
            <p:spPr>
              <a:xfrm rot="5400000">
                <a:off x="1054800" y="-14724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5" name="Google Shape;2026;p 1"/>
          <p:cNvGrpSpPr/>
          <p:nvPr/>
        </p:nvGrpSpPr>
        <p:grpSpPr>
          <a:xfrm>
            <a:off x="6807240" y="2912400"/>
            <a:ext cx="3920040" cy="3531240"/>
            <a:chOff x="6807240" y="2912400"/>
            <a:chExt cx="3920040" cy="3531240"/>
          </a:xfrm>
        </p:grpSpPr>
        <p:pic>
          <p:nvPicPr>
            <p:cNvPr id="1186" name="Google Shape;2027;p 2"/>
            <p:cNvPicPr/>
            <p:nvPr/>
          </p:nvPicPr>
          <p:blipFill>
            <a:blip r:embed="rId1"/>
            <a:stretch/>
          </p:blipFill>
          <p:spPr>
            <a:xfrm>
              <a:off x="6807240" y="2912400"/>
              <a:ext cx="3920040" cy="3531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87" name="Google Shape;2028;p 2"/>
            <p:cNvSpPr/>
            <p:nvPr/>
          </p:nvSpPr>
          <p:spPr>
            <a:xfrm rot="10800000">
              <a:off x="7638840" y="29876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D6CAED"/>
                </a:gs>
                <a:gs pos="40000">
                  <a:srgbClr val="E1D7F3">
                    <a:alpha val="41000"/>
                  </a:srgbClr>
                </a:gs>
                <a:gs pos="100000">
                  <a:srgbClr val="EFE8FA">
                    <a:alpha val="0"/>
                  </a:srgbClr>
                </a:gs>
              </a:gsLst>
              <a:lin ang="162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8" name="Google Shape;2029;p 2"/>
            <p:cNvGrpSpPr/>
            <p:nvPr/>
          </p:nvGrpSpPr>
          <p:grpSpPr>
            <a:xfrm>
              <a:off x="7441560" y="3765960"/>
              <a:ext cx="581760" cy="582120"/>
              <a:chOff x="7441560" y="3765960"/>
              <a:chExt cx="581760" cy="582120"/>
            </a:xfrm>
          </p:grpSpPr>
          <p:sp>
            <p:nvSpPr>
              <p:cNvPr id="1189" name="Google Shape;2030;p 2"/>
              <p:cNvSpPr/>
              <p:nvPr/>
            </p:nvSpPr>
            <p:spPr>
              <a:xfrm>
                <a:off x="7441560" y="422496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0" name="Google Shape;2031;p 2"/>
              <p:cNvSpPr/>
              <p:nvPr/>
            </p:nvSpPr>
            <p:spPr>
              <a:xfrm>
                <a:off x="7517520" y="414864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920" bIns="6192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1" name="Google Shape;2032;p 2"/>
              <p:cNvSpPr/>
              <p:nvPr/>
            </p:nvSpPr>
            <p:spPr>
              <a:xfrm>
                <a:off x="7594200" y="407232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2" name="Google Shape;2033;p 2"/>
              <p:cNvSpPr/>
              <p:nvPr/>
            </p:nvSpPr>
            <p:spPr>
              <a:xfrm>
                <a:off x="7670160" y="399564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3" name="Google Shape;2034;p 2"/>
              <p:cNvSpPr/>
              <p:nvPr/>
            </p:nvSpPr>
            <p:spPr>
              <a:xfrm>
                <a:off x="7747200" y="391968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4" name="Google Shape;2035;p 2"/>
              <p:cNvSpPr/>
              <p:nvPr/>
            </p:nvSpPr>
            <p:spPr>
              <a:xfrm>
                <a:off x="7823520" y="384300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5" name="Google Shape;2036;p 2"/>
              <p:cNvSpPr/>
              <p:nvPr/>
            </p:nvSpPr>
            <p:spPr>
              <a:xfrm>
                <a:off x="7900200" y="376596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920" bIns="6192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96" name="Google Shape;2037;p 2"/>
            <p:cNvGrpSpPr/>
            <p:nvPr/>
          </p:nvGrpSpPr>
          <p:grpSpPr>
            <a:xfrm>
              <a:off x="8193960" y="3824280"/>
              <a:ext cx="133560" cy="133560"/>
              <a:chOff x="8193960" y="3824280"/>
              <a:chExt cx="133560" cy="133560"/>
            </a:xfrm>
          </p:grpSpPr>
          <p:sp>
            <p:nvSpPr>
              <p:cNvPr id="1197" name="Google Shape;2038;p 2"/>
              <p:cNvSpPr/>
              <p:nvPr/>
            </p:nvSpPr>
            <p:spPr>
              <a:xfrm>
                <a:off x="8193960" y="3824280"/>
                <a:ext cx="133560" cy="13356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8" name="Google Shape;2039;p 2"/>
              <p:cNvSpPr/>
              <p:nvPr/>
            </p:nvSpPr>
            <p:spPr>
              <a:xfrm>
                <a:off x="8213040" y="384300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99" name="Google Shape;2040;p 2"/>
            <p:cNvGrpSpPr/>
            <p:nvPr/>
          </p:nvGrpSpPr>
          <p:grpSpPr>
            <a:xfrm>
              <a:off x="8279640" y="4297320"/>
              <a:ext cx="133560" cy="133560"/>
              <a:chOff x="8279640" y="4297320"/>
              <a:chExt cx="133560" cy="133560"/>
            </a:xfrm>
          </p:grpSpPr>
          <p:sp>
            <p:nvSpPr>
              <p:cNvPr id="1200" name="Google Shape;2041;p 2"/>
              <p:cNvSpPr/>
              <p:nvPr/>
            </p:nvSpPr>
            <p:spPr>
              <a:xfrm>
                <a:off x="8279640" y="4297320"/>
                <a:ext cx="133560" cy="13356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1" name="Google Shape;2042;p 2"/>
              <p:cNvSpPr/>
              <p:nvPr/>
            </p:nvSpPr>
            <p:spPr>
              <a:xfrm>
                <a:off x="8298720" y="431640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02" name="Google Shape;2043;p 2"/>
            <p:cNvSpPr/>
            <p:nvPr/>
          </p:nvSpPr>
          <p:spPr>
            <a:xfrm>
              <a:off x="8608320" y="2988000"/>
              <a:ext cx="480600" cy="475560"/>
            </a:xfrm>
            <a:custGeom>
              <a:avLst/>
              <a:gdLst>
                <a:gd name="textAreaLeft" fmla="*/ 0 w 480600"/>
                <a:gd name="textAreaRight" fmla="*/ 480960 w 480600"/>
                <a:gd name="textAreaTop" fmla="*/ 0 h 475560"/>
                <a:gd name="textAreaBottom" fmla="*/ 475920 h 47556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03" name="Google Shape;2044;p 2"/>
            <p:cNvGrpSpPr/>
            <p:nvPr/>
          </p:nvGrpSpPr>
          <p:grpSpPr>
            <a:xfrm>
              <a:off x="8498880" y="3538800"/>
              <a:ext cx="699480" cy="1650960"/>
              <a:chOff x="8498880" y="3538800"/>
              <a:chExt cx="699480" cy="1650960"/>
            </a:xfrm>
          </p:grpSpPr>
          <p:sp>
            <p:nvSpPr>
              <p:cNvPr id="1204" name="Google Shape;2045;p 2"/>
              <p:cNvSpPr/>
              <p:nvPr/>
            </p:nvSpPr>
            <p:spPr>
              <a:xfrm>
                <a:off x="8498880" y="353880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5" name="Google Shape;2046;p 2"/>
              <p:cNvSpPr/>
              <p:nvPr/>
            </p:nvSpPr>
            <p:spPr>
              <a:xfrm>
                <a:off x="8859240" y="396324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6" name="Google Shape;2047;p 2"/>
              <p:cNvSpPr/>
              <p:nvPr/>
            </p:nvSpPr>
            <p:spPr>
              <a:xfrm>
                <a:off x="8951760" y="387000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07" name="Google Shape;2048;p 2"/>
            <p:cNvGrpSpPr/>
            <p:nvPr/>
          </p:nvGrpSpPr>
          <p:grpSpPr>
            <a:xfrm>
              <a:off x="8267760" y="4417560"/>
              <a:ext cx="1161720" cy="932400"/>
              <a:chOff x="8267760" y="4417560"/>
              <a:chExt cx="1161720" cy="932400"/>
            </a:xfrm>
          </p:grpSpPr>
          <p:sp>
            <p:nvSpPr>
              <p:cNvPr id="1208" name="Google Shape;2049;p 2"/>
              <p:cNvSpPr/>
              <p:nvPr/>
            </p:nvSpPr>
            <p:spPr>
              <a:xfrm>
                <a:off x="8565120" y="4601520"/>
                <a:ext cx="864360" cy="748440"/>
              </a:xfrm>
              <a:custGeom>
                <a:avLst/>
                <a:gdLst>
                  <a:gd name="textAreaLeft" fmla="*/ 0 w 864360"/>
                  <a:gd name="textAreaRight" fmla="*/ 864720 w 864360"/>
                  <a:gd name="textAreaTop" fmla="*/ 0 h 748440"/>
                  <a:gd name="textAreaBottom" fmla="*/ 748800 h 74844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9" name="Google Shape;2050;p 2"/>
              <p:cNvSpPr/>
              <p:nvPr/>
            </p:nvSpPr>
            <p:spPr>
              <a:xfrm>
                <a:off x="8549280" y="4417560"/>
                <a:ext cx="617400" cy="534600"/>
              </a:xfrm>
              <a:custGeom>
                <a:avLst/>
                <a:gdLst>
                  <a:gd name="textAreaLeft" fmla="*/ 0 w 617400"/>
                  <a:gd name="textAreaRight" fmla="*/ 617760 w 617400"/>
                  <a:gd name="textAreaTop" fmla="*/ 0 h 534600"/>
                  <a:gd name="textAreaBottom" fmla="*/ 534960 h 5346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0" name="Google Shape;2051;p 2"/>
              <p:cNvSpPr/>
              <p:nvPr/>
            </p:nvSpPr>
            <p:spPr>
              <a:xfrm>
                <a:off x="8267760" y="4601520"/>
                <a:ext cx="617400" cy="534600"/>
              </a:xfrm>
              <a:custGeom>
                <a:avLst/>
                <a:gdLst>
                  <a:gd name="textAreaLeft" fmla="*/ 0 w 617400"/>
                  <a:gd name="textAreaRight" fmla="*/ 617760 w 617400"/>
                  <a:gd name="textAreaTop" fmla="*/ 0 h 534600"/>
                  <a:gd name="textAreaBottom" fmla="*/ 534960 h 5346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11" name="PlaceHolder 1"/>
          <p:cNvSpPr>
            <a:spLocks noGrp="1"/>
          </p:cNvSpPr>
          <p:nvPr>
            <p:ph type="title"/>
          </p:nvPr>
        </p:nvSpPr>
        <p:spPr>
          <a:xfrm>
            <a:off x="1422000" y="539640"/>
            <a:ext cx="6300000" cy="10803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1" u="none" strike="noStrik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Best Practice and AI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12" name="Google Shape;2053;p 2"/>
          <p:cNvGrpSpPr/>
          <p:nvPr/>
        </p:nvGrpSpPr>
        <p:grpSpPr>
          <a:xfrm>
            <a:off x="-1178280" y="-783360"/>
            <a:ext cx="2583720" cy="5008680"/>
            <a:chOff x="-1178280" y="-783360"/>
            <a:chExt cx="2583720" cy="5008680"/>
          </a:xfrm>
        </p:grpSpPr>
        <p:sp>
          <p:nvSpPr>
            <p:cNvPr id="1213" name="Google Shape;2054;p 2"/>
            <p:cNvSpPr/>
            <p:nvPr/>
          </p:nvSpPr>
          <p:spPr>
            <a:xfrm>
              <a:off x="-531000" y="-783360"/>
              <a:ext cx="1831680" cy="2973600"/>
            </a:xfrm>
            <a:custGeom>
              <a:avLst/>
              <a:gdLst>
                <a:gd name="textAreaLeft" fmla="*/ 0 w 1831680"/>
                <a:gd name="textAreaRight" fmla="*/ 1832040 w 1831680"/>
                <a:gd name="textAreaTop" fmla="*/ 0 h 2973600"/>
                <a:gd name="textAreaBottom" fmla="*/ 2973960 h 297360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4" name="Google Shape;2055;p 2"/>
            <p:cNvSpPr/>
            <p:nvPr/>
          </p:nvSpPr>
          <p:spPr>
            <a:xfrm rot="10800000">
              <a:off x="-1177920" y="1251720"/>
              <a:ext cx="1831680" cy="2973600"/>
            </a:xfrm>
            <a:custGeom>
              <a:avLst/>
              <a:gdLst>
                <a:gd name="textAreaLeft" fmla="*/ 0 w 1831680"/>
                <a:gd name="textAreaRight" fmla="*/ 1832040 w 1831680"/>
                <a:gd name="textAreaTop" fmla="*/ 0 h 2973600"/>
                <a:gd name="textAreaBottom" fmla="*/ 2973960 h 297360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B8F1FF"/>
                </a:gs>
                <a:gs pos="100000">
                  <a:srgbClr val="E2FBFF"/>
                </a:gs>
              </a:gsLst>
              <a:lin ang="162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15" name="Google Shape;2056;p 2"/>
            <p:cNvGrpSpPr/>
            <p:nvPr/>
          </p:nvGrpSpPr>
          <p:grpSpPr>
            <a:xfrm>
              <a:off x="-249840" y="105480"/>
              <a:ext cx="1269360" cy="867600"/>
              <a:chOff x="-249840" y="105480"/>
              <a:chExt cx="1269360" cy="867600"/>
            </a:xfrm>
          </p:grpSpPr>
          <p:grpSp>
            <p:nvGrpSpPr>
              <p:cNvPr id="1216" name="Google Shape;2057;p 2"/>
              <p:cNvGrpSpPr/>
              <p:nvPr/>
            </p:nvGrpSpPr>
            <p:grpSpPr>
              <a:xfrm>
                <a:off x="-249840" y="105480"/>
                <a:ext cx="867600" cy="867600"/>
                <a:chOff x="-249840" y="105480"/>
                <a:chExt cx="867600" cy="867600"/>
              </a:xfrm>
            </p:grpSpPr>
            <p:sp>
              <p:nvSpPr>
                <p:cNvPr id="1217" name="Google Shape;2058;p 2"/>
                <p:cNvSpPr/>
                <p:nvPr/>
              </p:nvSpPr>
              <p:spPr>
                <a:xfrm rot="2700000">
                  <a:off x="-129240" y="239040"/>
                  <a:ext cx="626760" cy="600120"/>
                </a:xfrm>
                <a:custGeom>
                  <a:avLst/>
                  <a:gdLst>
                    <a:gd name="textAreaLeft" fmla="*/ 0 w 626760"/>
                    <a:gd name="textAreaRight" fmla="*/ 627120 w 626760"/>
                    <a:gd name="textAreaTop" fmla="*/ 0 h 600120"/>
                    <a:gd name="textAreaBottom" fmla="*/ 600480 h 6001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endParaRPr lang="en-GB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1218" name="Google Shape;2059;p 2"/>
                <p:cNvGrpSpPr/>
                <p:nvPr/>
              </p:nvGrpSpPr>
              <p:grpSpPr>
                <a:xfrm>
                  <a:off x="-168840" y="288360"/>
                  <a:ext cx="703440" cy="405360"/>
                  <a:chOff x="-168840" y="288360"/>
                  <a:chExt cx="703440" cy="405360"/>
                </a:xfrm>
              </p:grpSpPr>
              <p:sp>
                <p:nvSpPr>
                  <p:cNvPr id="1219" name="Google Shape;2060;p 2"/>
                  <p:cNvSpPr/>
                  <p:nvPr/>
                </p:nvSpPr>
                <p:spPr>
                  <a:xfrm rot="2700000">
                    <a:off x="-109440" y="347400"/>
                    <a:ext cx="286560" cy="286560"/>
                  </a:xfrm>
                  <a:custGeom>
                    <a:avLst/>
                    <a:gdLst>
                      <a:gd name="textAreaLeft" fmla="*/ 0 w 286560"/>
                      <a:gd name="textAreaRight" fmla="*/ 286920 w 286560"/>
                      <a:gd name="textAreaTop" fmla="*/ 0 h 286560"/>
                      <a:gd name="textAreaBottom" fmla="*/ 286920 h 286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220" name="Google Shape;2061;p 2"/>
                  <p:cNvSpPr/>
                  <p:nvPr/>
                </p:nvSpPr>
                <p:spPr>
                  <a:xfrm rot="2700000">
                    <a:off x="-34920" y="347400"/>
                    <a:ext cx="286560" cy="286560"/>
                  </a:xfrm>
                  <a:custGeom>
                    <a:avLst/>
                    <a:gdLst>
                      <a:gd name="textAreaLeft" fmla="*/ 0 w 286560"/>
                      <a:gd name="textAreaRight" fmla="*/ 286920 w 286560"/>
                      <a:gd name="textAreaTop" fmla="*/ 0 h 286560"/>
                      <a:gd name="textAreaBottom" fmla="*/ 286920 h 286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221" name="Google Shape;2062;p 2"/>
                  <p:cNvSpPr/>
                  <p:nvPr/>
                </p:nvSpPr>
                <p:spPr>
                  <a:xfrm rot="2700000">
                    <a:off x="39600" y="347400"/>
                    <a:ext cx="286560" cy="286560"/>
                  </a:xfrm>
                  <a:custGeom>
                    <a:avLst/>
                    <a:gdLst>
                      <a:gd name="textAreaLeft" fmla="*/ 0 w 286560"/>
                      <a:gd name="textAreaRight" fmla="*/ 286920 w 286560"/>
                      <a:gd name="textAreaTop" fmla="*/ 0 h 286560"/>
                      <a:gd name="textAreaBottom" fmla="*/ 286920 h 286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222" name="Google Shape;2063;p 2"/>
                  <p:cNvSpPr/>
                  <p:nvPr/>
                </p:nvSpPr>
                <p:spPr>
                  <a:xfrm rot="2700000">
                    <a:off x="113760" y="347400"/>
                    <a:ext cx="286560" cy="286560"/>
                  </a:xfrm>
                  <a:custGeom>
                    <a:avLst/>
                    <a:gdLst>
                      <a:gd name="textAreaLeft" fmla="*/ 0 w 286560"/>
                      <a:gd name="textAreaRight" fmla="*/ 286920 w 286560"/>
                      <a:gd name="textAreaTop" fmla="*/ 0 h 286560"/>
                      <a:gd name="textAreaBottom" fmla="*/ 286920 h 286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223" name="Google Shape;2064;p 2"/>
                  <p:cNvSpPr/>
                  <p:nvPr/>
                </p:nvSpPr>
                <p:spPr>
                  <a:xfrm rot="2700000">
                    <a:off x="188280" y="347400"/>
                    <a:ext cx="286560" cy="286560"/>
                  </a:xfrm>
                  <a:custGeom>
                    <a:avLst/>
                    <a:gdLst>
                      <a:gd name="textAreaLeft" fmla="*/ 0 w 286560"/>
                      <a:gd name="textAreaRight" fmla="*/ 286920 w 286560"/>
                      <a:gd name="textAreaTop" fmla="*/ 0 h 286560"/>
                      <a:gd name="textAreaBottom" fmla="*/ 286920 h 286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91440" bIns="91440" anchor="ctr">
                    <a:noAutofit/>
                  </a:bodyPr>
                  <a:p>
                    <a:endParaRPr lang="en-GB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sp>
            <p:nvSpPr>
              <p:cNvPr id="1224" name="Google Shape;2065;p 2"/>
              <p:cNvSpPr/>
              <p:nvPr/>
            </p:nvSpPr>
            <p:spPr>
              <a:xfrm rot="18900000">
                <a:off x="351360" y="249120"/>
                <a:ext cx="588960" cy="468000"/>
              </a:xfrm>
              <a:custGeom>
                <a:avLst/>
                <a:gdLst>
                  <a:gd name="textAreaLeft" fmla="*/ 0 w 588960"/>
                  <a:gd name="textAreaRight" fmla="*/ 589320 w 588960"/>
                  <a:gd name="textAreaTop" fmla="*/ 0 h 468000"/>
                  <a:gd name="textAreaBottom" fmla="*/ 468360 h 4680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25" name="Google Shape;2066;p 2"/>
            <p:cNvGrpSpPr/>
            <p:nvPr/>
          </p:nvGrpSpPr>
          <p:grpSpPr>
            <a:xfrm>
              <a:off x="966600" y="-246960"/>
              <a:ext cx="438840" cy="438840"/>
              <a:chOff x="966600" y="-246960"/>
              <a:chExt cx="438840" cy="438840"/>
            </a:xfrm>
          </p:grpSpPr>
          <p:sp>
            <p:nvSpPr>
              <p:cNvPr id="1226" name="Google Shape;2067;p 2"/>
              <p:cNvSpPr/>
              <p:nvPr/>
            </p:nvSpPr>
            <p:spPr>
              <a:xfrm rot="5400000">
                <a:off x="966600" y="-24696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7" name="Google Shape;2068;p 2"/>
              <p:cNvSpPr/>
              <p:nvPr/>
            </p:nvSpPr>
            <p:spPr>
              <a:xfrm rot="5400000">
                <a:off x="1054800" y="-14724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1228" name=""/>
          <p:cNvPicPr/>
          <p:nvPr/>
        </p:nvPicPr>
        <p:blipFill>
          <a:blip r:embed="rId2"/>
          <a:srcRect l="7957" t="4750" r="0" b="4807"/>
          <a:stretch/>
        </p:blipFill>
        <p:spPr>
          <a:xfrm>
            <a:off x="3533400" y="1260360"/>
            <a:ext cx="2077200" cy="341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Learn More...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0" name=""/>
          <p:cNvPicPr/>
          <p:nvPr/>
        </p:nvPicPr>
        <p:blipFill>
          <a:blip r:embed="rId1"/>
          <a:stretch/>
        </p:blipFill>
        <p:spPr>
          <a:xfrm>
            <a:off x="3240000" y="1260000"/>
            <a:ext cx="2035800" cy="27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1" name=""/>
          <p:cNvPicPr/>
          <p:nvPr/>
        </p:nvPicPr>
        <p:blipFill>
          <a:blip r:embed="rId2"/>
          <a:stretch/>
        </p:blipFill>
        <p:spPr>
          <a:xfrm>
            <a:off x="540000" y="1283040"/>
            <a:ext cx="2157480" cy="267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2" name=""/>
          <p:cNvPicPr/>
          <p:nvPr/>
        </p:nvPicPr>
        <p:blipFill>
          <a:blip r:embed="rId3"/>
          <a:stretch/>
        </p:blipFill>
        <p:spPr>
          <a:xfrm>
            <a:off x="5760000" y="1260000"/>
            <a:ext cx="2181600" cy="27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600" b="1" u="none" strike="noStrik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Summary</a:t>
            </a:r>
            <a:endParaRPr lang="en-GB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4" name="PlaceHolder 2"/>
          <p:cNvSpPr>
            <a:spLocks noGrp="1"/>
          </p:cNvSpPr>
          <p:nvPr>
            <p:ph type="subTitle"/>
          </p:nvPr>
        </p:nvSpPr>
        <p:spPr>
          <a:xfrm>
            <a:off x="713160" y="1583280"/>
            <a:ext cx="6666840" cy="2196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216000" indent="-216000" algn="l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" sz="20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IBM Plex Mono"/>
              </a:rPr>
              <a:t>Build the right thing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" sz="20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IBM Plex Mono"/>
              </a:rPr>
              <a:t>Best Practice is the most effective way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" sz="20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IBM Plex Mono"/>
              </a:rPr>
              <a:t>You brain has limited context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" sz="20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IBM Plex Mono"/>
              </a:rPr>
              <a:t>AI is more productice with Best Practice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" sz="20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IBM Plex Mono"/>
              </a:rPr>
              <a:t>Clean Code / TDD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PlaceHolder 1"/>
          <p:cNvSpPr>
            <a:spLocks noGrp="1"/>
          </p:cNvSpPr>
          <p:nvPr>
            <p:ph type="title"/>
          </p:nvPr>
        </p:nvSpPr>
        <p:spPr>
          <a:xfrm>
            <a:off x="720000" y="1025640"/>
            <a:ext cx="7200000" cy="993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Questions?</a:t>
            </a:r>
            <a:endParaRPr lang="en-GB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36" name="Google Shape;1485;p 3"/>
          <p:cNvGrpSpPr/>
          <p:nvPr/>
        </p:nvGrpSpPr>
        <p:grpSpPr>
          <a:xfrm>
            <a:off x="-374400" y="3354480"/>
            <a:ext cx="3922200" cy="2969640"/>
            <a:chOff x="-374400" y="3354480"/>
            <a:chExt cx="3922200" cy="2969640"/>
          </a:xfrm>
        </p:grpSpPr>
        <p:pic>
          <p:nvPicPr>
            <p:cNvPr id="1237" name="Google Shape;1486;p 3"/>
            <p:cNvPicPr/>
            <p:nvPr/>
          </p:nvPicPr>
          <p:blipFill>
            <a:blip r:embed="rId1"/>
            <a:stretch/>
          </p:blipFill>
          <p:spPr>
            <a:xfrm>
              <a:off x="-374400" y="3354480"/>
              <a:ext cx="3890880" cy="29696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238" name="Google Shape;1487;p 3"/>
            <p:cNvGrpSpPr/>
            <p:nvPr/>
          </p:nvGrpSpPr>
          <p:grpSpPr>
            <a:xfrm>
              <a:off x="1853640" y="4445640"/>
              <a:ext cx="1694160" cy="1359720"/>
              <a:chOff x="1853640" y="4445640"/>
              <a:chExt cx="1694160" cy="1359720"/>
            </a:xfrm>
          </p:grpSpPr>
          <p:sp>
            <p:nvSpPr>
              <p:cNvPr id="1239" name="Google Shape;1488;p 3"/>
              <p:cNvSpPr/>
              <p:nvPr/>
            </p:nvSpPr>
            <p:spPr>
              <a:xfrm>
                <a:off x="2287440" y="4713840"/>
                <a:ext cx="1260360" cy="1091520"/>
              </a:xfrm>
              <a:custGeom>
                <a:avLst/>
                <a:gdLst>
                  <a:gd name="textAreaLeft" fmla="*/ 0 w 1260360"/>
                  <a:gd name="textAreaRight" fmla="*/ 1260720 w 1260360"/>
                  <a:gd name="textAreaTop" fmla="*/ 0 h 1091520"/>
                  <a:gd name="textAreaBottom" fmla="*/ 1091880 h 10915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0" name="Google Shape;1489;p 3"/>
              <p:cNvSpPr/>
              <p:nvPr/>
            </p:nvSpPr>
            <p:spPr>
              <a:xfrm>
                <a:off x="2264040" y="4445640"/>
                <a:ext cx="900360" cy="779760"/>
              </a:xfrm>
              <a:custGeom>
                <a:avLst/>
                <a:gdLst>
                  <a:gd name="textAreaLeft" fmla="*/ 0 w 900360"/>
                  <a:gd name="textAreaRight" fmla="*/ 900720 w 900360"/>
                  <a:gd name="textAreaTop" fmla="*/ 0 h 779760"/>
                  <a:gd name="textAreaBottom" fmla="*/ 780120 h 779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1" name="Google Shape;1490;p 3"/>
              <p:cNvSpPr/>
              <p:nvPr/>
            </p:nvSpPr>
            <p:spPr>
              <a:xfrm>
                <a:off x="1853640" y="4713840"/>
                <a:ext cx="900360" cy="779760"/>
              </a:xfrm>
              <a:custGeom>
                <a:avLst/>
                <a:gdLst>
                  <a:gd name="textAreaLeft" fmla="*/ 0 w 900360"/>
                  <a:gd name="textAreaRight" fmla="*/ 900720 w 900360"/>
                  <a:gd name="textAreaTop" fmla="*/ 0 h 779760"/>
                  <a:gd name="textAreaBottom" fmla="*/ 780120 h 779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242" name="Google Shape;1492;p 3"/>
          <p:cNvGrpSpPr/>
          <p:nvPr/>
        </p:nvGrpSpPr>
        <p:grpSpPr>
          <a:xfrm>
            <a:off x="6487560" y="-1301040"/>
            <a:ext cx="4267800" cy="6665400"/>
            <a:chOff x="6487560" y="-1301040"/>
            <a:chExt cx="4267800" cy="6665400"/>
          </a:xfrm>
        </p:grpSpPr>
        <p:sp>
          <p:nvSpPr>
            <p:cNvPr id="1243" name="Google Shape;1493;p 3"/>
            <p:cNvSpPr/>
            <p:nvPr/>
          </p:nvSpPr>
          <p:spPr>
            <a:xfrm>
              <a:off x="6727680" y="103320"/>
              <a:ext cx="4006080" cy="4748760"/>
            </a:xfrm>
            <a:custGeom>
              <a:avLst/>
              <a:gdLst>
                <a:gd name="textAreaLeft" fmla="*/ 0 w 4006080"/>
                <a:gd name="textAreaRight" fmla="*/ 4006440 w 4006080"/>
                <a:gd name="textAreaTop" fmla="*/ 0 h 4748760"/>
                <a:gd name="textAreaBottom" fmla="*/ 4749120 h 474876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4" name="Google Shape;1494;p 3"/>
            <p:cNvSpPr/>
            <p:nvPr/>
          </p:nvSpPr>
          <p:spPr>
            <a:xfrm>
              <a:off x="7070400" y="81360"/>
              <a:ext cx="2925000" cy="3057480"/>
            </a:xfrm>
            <a:custGeom>
              <a:avLst/>
              <a:gdLst>
                <a:gd name="textAreaLeft" fmla="*/ 0 w 2925000"/>
                <a:gd name="textAreaRight" fmla="*/ 292536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5" name="Google Shape;1495;p 3"/>
            <p:cNvSpPr/>
            <p:nvPr/>
          </p:nvSpPr>
          <p:spPr>
            <a:xfrm>
              <a:off x="7602480" y="24552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6" name="Google Shape;1496;p 3"/>
            <p:cNvSpPr/>
            <p:nvPr/>
          </p:nvSpPr>
          <p:spPr>
            <a:xfrm>
              <a:off x="7235280" y="622440"/>
              <a:ext cx="1860120" cy="4595040"/>
            </a:xfrm>
            <a:custGeom>
              <a:avLst/>
              <a:gdLst>
                <a:gd name="textAreaLeft" fmla="*/ 0 w 1860120"/>
                <a:gd name="textAreaRight" fmla="*/ 1860480 w 1860120"/>
                <a:gd name="textAreaTop" fmla="*/ 0 h 4595040"/>
                <a:gd name="textAreaBottom" fmla="*/ 4595400 h 45950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7" name="Google Shape;1497;p 3"/>
            <p:cNvSpPr/>
            <p:nvPr/>
          </p:nvSpPr>
          <p:spPr>
            <a:xfrm>
              <a:off x="6933240" y="621360"/>
              <a:ext cx="1860120" cy="4595040"/>
            </a:xfrm>
            <a:custGeom>
              <a:avLst/>
              <a:gdLst>
                <a:gd name="textAreaLeft" fmla="*/ 0 w 1860120"/>
                <a:gd name="textAreaRight" fmla="*/ 1860480 w 1860120"/>
                <a:gd name="textAreaTop" fmla="*/ 0 h 4595040"/>
                <a:gd name="textAreaBottom" fmla="*/ 4595400 h 45950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248" name="Google Shape;1498;p 3"/>
            <p:cNvPicPr/>
            <p:nvPr/>
          </p:nvPicPr>
          <p:blipFill>
            <a:blip r:embed="rId2"/>
            <a:stretch/>
          </p:blipFill>
          <p:spPr>
            <a:xfrm>
              <a:off x="6487560" y="-1301040"/>
              <a:ext cx="4198320" cy="32040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249" name="Google Shape;1499;p 3"/>
            <p:cNvGrpSpPr/>
            <p:nvPr/>
          </p:nvGrpSpPr>
          <p:grpSpPr>
            <a:xfrm>
              <a:off x="8232840" y="4254480"/>
              <a:ext cx="708120" cy="707760"/>
              <a:chOff x="8232840" y="4254480"/>
              <a:chExt cx="708120" cy="707760"/>
            </a:xfrm>
          </p:grpSpPr>
          <p:sp>
            <p:nvSpPr>
              <p:cNvPr id="1250" name="Google Shape;1500;p 3"/>
              <p:cNvSpPr/>
              <p:nvPr/>
            </p:nvSpPr>
            <p:spPr>
              <a:xfrm rot="5400000">
                <a:off x="8691480" y="425448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1" name="Google Shape;1501;p 3"/>
              <p:cNvSpPr/>
              <p:nvPr/>
            </p:nvSpPr>
            <p:spPr>
              <a:xfrm rot="5400000">
                <a:off x="8615160" y="433080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2" name="Google Shape;1502;p 3"/>
              <p:cNvSpPr/>
              <p:nvPr/>
            </p:nvSpPr>
            <p:spPr>
              <a:xfrm rot="5400000">
                <a:off x="8538840" y="440712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3" name="Google Shape;1503;p 3"/>
              <p:cNvSpPr/>
              <p:nvPr/>
            </p:nvSpPr>
            <p:spPr>
              <a:xfrm rot="5400000">
                <a:off x="8462160" y="4483440"/>
                <a:ext cx="249480" cy="24912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4" name="Google Shape;1504;p 3"/>
              <p:cNvSpPr/>
              <p:nvPr/>
            </p:nvSpPr>
            <p:spPr>
              <a:xfrm rot="5400000">
                <a:off x="8385840" y="456012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5" name="Google Shape;1505;p 3"/>
              <p:cNvSpPr/>
              <p:nvPr/>
            </p:nvSpPr>
            <p:spPr>
              <a:xfrm rot="5400000">
                <a:off x="8309520" y="463680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480 w 249120"/>
                  <a:gd name="textAreaTop" fmla="*/ 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6" name="Google Shape;1506;p 3"/>
              <p:cNvSpPr/>
              <p:nvPr/>
            </p:nvSpPr>
            <p:spPr>
              <a:xfrm rot="5400000">
                <a:off x="8232840" y="471276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57" name="Google Shape;1507;p 3"/>
            <p:cNvGrpSpPr/>
            <p:nvPr/>
          </p:nvGrpSpPr>
          <p:grpSpPr>
            <a:xfrm>
              <a:off x="8999280" y="3354480"/>
              <a:ext cx="457920" cy="457200"/>
              <a:chOff x="8999280" y="3354480"/>
              <a:chExt cx="457920" cy="457200"/>
            </a:xfrm>
          </p:grpSpPr>
          <p:sp>
            <p:nvSpPr>
              <p:cNvPr id="1258" name="Google Shape;1508;p 3"/>
              <p:cNvSpPr/>
              <p:nvPr/>
            </p:nvSpPr>
            <p:spPr>
              <a:xfrm rot="5400000">
                <a:off x="9295920" y="335448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9" name="Google Shape;1509;p 3"/>
              <p:cNvSpPr/>
              <p:nvPr/>
            </p:nvSpPr>
            <p:spPr>
              <a:xfrm rot="5400000">
                <a:off x="9246600" y="340344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0" name="Google Shape;1510;p 3"/>
              <p:cNvSpPr/>
              <p:nvPr/>
            </p:nvSpPr>
            <p:spPr>
              <a:xfrm rot="5400000">
                <a:off x="9197280" y="345312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1" name="Google Shape;1511;p 3"/>
              <p:cNvSpPr/>
              <p:nvPr/>
            </p:nvSpPr>
            <p:spPr>
              <a:xfrm rot="5400000">
                <a:off x="9147600" y="3502440"/>
                <a:ext cx="161280" cy="16092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0920"/>
                  <a:gd name="textAreaBottom" fmla="*/ 161280 h 16092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2" name="Google Shape;1512;p 3"/>
              <p:cNvSpPr/>
              <p:nvPr/>
            </p:nvSpPr>
            <p:spPr>
              <a:xfrm rot="5400000">
                <a:off x="9098280" y="355176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3" name="Google Shape;1513;p 3"/>
              <p:cNvSpPr/>
              <p:nvPr/>
            </p:nvSpPr>
            <p:spPr>
              <a:xfrm rot="5400000">
                <a:off x="9048960" y="360144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280 w 160920"/>
                  <a:gd name="textAreaTop" fmla="*/ 0 h 160920"/>
                  <a:gd name="textAreaBottom" fmla="*/ 161280 h 16092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4" name="Google Shape;1514;p 3"/>
              <p:cNvSpPr/>
              <p:nvPr/>
            </p:nvSpPr>
            <p:spPr>
              <a:xfrm rot="5400000">
                <a:off x="8999280" y="365040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0640" bIns="806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65" name="Google Shape;1515;p 3"/>
            <p:cNvGrpSpPr/>
            <p:nvPr/>
          </p:nvGrpSpPr>
          <p:grpSpPr>
            <a:xfrm>
              <a:off x="8146800" y="539640"/>
              <a:ext cx="207720" cy="207720"/>
              <a:chOff x="8146800" y="539640"/>
              <a:chExt cx="207720" cy="207720"/>
            </a:xfrm>
          </p:grpSpPr>
          <p:sp>
            <p:nvSpPr>
              <p:cNvPr id="1266" name="Google Shape;1516;p 3"/>
              <p:cNvSpPr/>
              <p:nvPr/>
            </p:nvSpPr>
            <p:spPr>
              <a:xfrm>
                <a:off x="8146800" y="539640"/>
                <a:ext cx="207720" cy="20772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3440" bIns="73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7" name="Google Shape;1517;p 3"/>
              <p:cNvSpPr/>
              <p:nvPr/>
            </p:nvSpPr>
            <p:spPr>
              <a:xfrm>
                <a:off x="8175960" y="568800"/>
                <a:ext cx="149040" cy="14904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920" bIns="5292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68" name="Google Shape;1518;p 3"/>
            <p:cNvGrpSpPr/>
            <p:nvPr/>
          </p:nvGrpSpPr>
          <p:grpSpPr>
            <a:xfrm>
              <a:off x="7554240" y="2467800"/>
              <a:ext cx="207720" cy="207720"/>
              <a:chOff x="7554240" y="2467800"/>
              <a:chExt cx="207720" cy="207720"/>
            </a:xfrm>
          </p:grpSpPr>
          <p:sp>
            <p:nvSpPr>
              <p:cNvPr id="1269" name="Google Shape;1519;p 3"/>
              <p:cNvSpPr/>
              <p:nvPr/>
            </p:nvSpPr>
            <p:spPr>
              <a:xfrm>
                <a:off x="7554240" y="2467800"/>
                <a:ext cx="207720" cy="207720"/>
              </a:xfrm>
              <a:prstGeom prst="ellipse">
                <a:avLst/>
              </a:prstGeom>
              <a:noFill/>
              <a:ln w="9360">
                <a:solidFill>
                  <a:schemeClr val="accent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3440" bIns="7344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0" name="Google Shape;1520;p 3"/>
              <p:cNvSpPr/>
              <p:nvPr/>
            </p:nvSpPr>
            <p:spPr>
              <a:xfrm>
                <a:off x="7583760" y="2496960"/>
                <a:ext cx="149040" cy="14904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920" bIns="52920" anchor="ctr">
                <a:noAutofit/>
              </a:bodyPr>
              <a:p>
                <a:endParaRPr lang="en-GB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71" name="Google Shape;1521;p 3"/>
            <p:cNvSpPr/>
            <p:nvPr/>
          </p:nvSpPr>
          <p:spPr>
            <a:xfrm>
              <a:off x="7454520" y="4164120"/>
              <a:ext cx="147600" cy="147600"/>
            </a:xfrm>
            <a:prstGeom prst="ellipse">
              <a:avLst/>
            </a:pr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2200" bIns="5220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1443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en-GB</dc:language>
  <cp:lastModifiedBy/>
  <dcterms:modified xsi:type="dcterms:W3CDTF">2026-06-02T23:03:48Z</dcterms:modified>
  <cp:revision>39</cp:revision>
  <dc:subject/>
  <dc:title/>
</cp:coreProperties>
</file>